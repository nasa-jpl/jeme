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73" r:id="rId2"/>
    <p:sldMasterId id="2147483695" r:id="rId3"/>
  </p:sldMasterIdLst>
  <p:notesMasterIdLst>
    <p:notesMasterId r:id="rId11"/>
  </p:notesMasterIdLst>
  <p:handoutMasterIdLst>
    <p:handoutMasterId r:id="rId12"/>
  </p:handoutMasterIdLst>
  <p:sldIdLst>
    <p:sldId id="277" r:id="rId4"/>
    <p:sldId id="281" r:id="rId5"/>
    <p:sldId id="280" r:id="rId6"/>
    <p:sldId id="278" r:id="rId7"/>
    <p:sldId id="258" r:id="rId8"/>
    <p:sldId id="259" r:id="rId9"/>
    <p:sldId id="257" r:id="rId10"/>
  </p:sldIdLst>
  <p:sldSz cx="9144000" cy="5143500" type="screen16x9"/>
  <p:notesSz cx="6858000" cy="9144000"/>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987"/>
    <p:restoredTop sz="96619" autoAdjust="0"/>
  </p:normalViewPr>
  <p:slideViewPr>
    <p:cSldViewPr snapToGrid="0" snapToObjects="1">
      <p:cViewPr varScale="1">
        <p:scale>
          <a:sx n="119" d="100"/>
          <a:sy n="119" d="100"/>
        </p:scale>
        <p:origin x="192" y="174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gs" Target="tags/tag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Aria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767AB6-DDEA-CF4E-A74B-19A554508643}" type="datetimeFigureOut">
              <a:rPr lang="en-US" smtClean="0">
                <a:latin typeface="Arial"/>
              </a:rPr>
              <a:t>9/1/25</a:t>
            </a:fld>
            <a:endParaRPr lang="en-US" dirty="0">
              <a:latin typeface="Aria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latin typeface="Aria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6300F83-E232-AF4B-BEC0-F9D716239A3F}" type="slidenum">
              <a:rPr lang="en-US" smtClean="0">
                <a:latin typeface="Arial"/>
              </a:rPr>
              <a:t>‹#›</a:t>
            </a:fld>
            <a:endParaRPr lang="en-US" dirty="0">
              <a:latin typeface="Arial"/>
            </a:endParaRPr>
          </a:p>
        </p:txBody>
      </p:sp>
    </p:spTree>
    <p:extLst>
      <p:ext uri="{BB962C8B-B14F-4D97-AF65-F5344CB8AC3E}">
        <p14:creationId xmlns:p14="http://schemas.microsoft.com/office/powerpoint/2010/main" val="42052301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a:defRPr>
            </a:lvl1pPr>
          </a:lstStyle>
          <a:p>
            <a:fld id="{72DD8AEC-B96B-2C4C-86B3-8483D80B216B}" type="datetimeFigureOut">
              <a:rPr lang="en-US" smtClean="0"/>
              <a:pPr/>
              <a:t>9/1/25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a:defRPr>
            </a:lvl1pPr>
          </a:lstStyle>
          <a:p>
            <a:fld id="{4180AB40-CF9C-CB44-AF47-E5E5B00AC330}" type="slidenum">
              <a:rPr lang="en-US" smtClean="0"/>
              <a:pPr/>
              <a:t>‹#›</a:t>
            </a:fld>
            <a:endParaRPr lang="en-US" dirty="0"/>
          </a:p>
        </p:txBody>
      </p:sp>
    </p:spTree>
    <p:extLst>
      <p:ext uri="{BB962C8B-B14F-4D97-AF65-F5344CB8AC3E}">
        <p14:creationId xmlns:p14="http://schemas.microsoft.com/office/powerpoint/2010/main" val="338257177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Arial"/>
        <a:ea typeface="+mn-ea"/>
        <a:cs typeface="+mn-cs"/>
      </a:defRPr>
    </a:lvl1pPr>
    <a:lvl2pPr marL="457200" algn="l" defTabSz="457200" rtl="0" eaLnBrk="1" latinLnBrk="0" hangingPunct="1">
      <a:defRPr sz="1200" kern="1200">
        <a:solidFill>
          <a:schemeClr val="tx1"/>
        </a:solidFill>
        <a:latin typeface="Arial"/>
        <a:ea typeface="+mn-ea"/>
        <a:cs typeface="+mn-cs"/>
      </a:defRPr>
    </a:lvl2pPr>
    <a:lvl3pPr marL="914400" algn="l" defTabSz="457200" rtl="0" eaLnBrk="1" latinLnBrk="0" hangingPunct="1">
      <a:defRPr sz="1200" kern="1200">
        <a:solidFill>
          <a:schemeClr val="tx1"/>
        </a:solidFill>
        <a:latin typeface="Arial"/>
        <a:ea typeface="+mn-ea"/>
        <a:cs typeface="+mn-cs"/>
      </a:defRPr>
    </a:lvl3pPr>
    <a:lvl4pPr marL="1371600" algn="l" defTabSz="457200" rtl="0" eaLnBrk="1" latinLnBrk="0" hangingPunct="1">
      <a:defRPr sz="1200" kern="1200">
        <a:solidFill>
          <a:schemeClr val="tx1"/>
        </a:solidFill>
        <a:latin typeface="Arial"/>
        <a:ea typeface="+mn-ea"/>
        <a:cs typeface="+mn-cs"/>
      </a:defRPr>
    </a:lvl4pPr>
    <a:lvl5pPr marL="1828800" algn="l" defTabSz="457200" rtl="0" eaLnBrk="1" latinLnBrk="0" hangingPunct="1">
      <a:defRPr sz="1200" kern="1200">
        <a:solidFill>
          <a:schemeClr val="tx1"/>
        </a:solidFill>
        <a:latin typeface="Arial"/>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22" name="Text Placeholder 21"/>
          <p:cNvSpPr>
            <a:spLocks noGrp="1"/>
          </p:cNvSpPr>
          <p:nvPr>
            <p:ph type="body" sz="quarter" idx="15" hasCustomPrompt="1"/>
          </p:nvPr>
        </p:nvSpPr>
        <p:spPr>
          <a:xfrm>
            <a:off x="925513" y="1956377"/>
            <a:ext cx="7483464" cy="294801"/>
          </a:xfrm>
        </p:spPr>
        <p:txBody>
          <a:bodyPr>
            <a:noAutofit/>
          </a:bodyPr>
          <a:lstStyle>
            <a:lvl1pPr marL="0" indent="0">
              <a:buNone/>
              <a:defRPr sz="140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a Theme, Project or Mission Name (optional)</a:t>
            </a:r>
          </a:p>
        </p:txBody>
      </p:sp>
      <p:sp>
        <p:nvSpPr>
          <p:cNvPr id="24" name="Text Placeholder 21"/>
          <p:cNvSpPr>
            <a:spLocks noGrp="1"/>
          </p:cNvSpPr>
          <p:nvPr>
            <p:ph type="body" sz="quarter" idx="16" hasCustomPrompt="1"/>
          </p:nvPr>
        </p:nvSpPr>
        <p:spPr>
          <a:xfrm>
            <a:off x="915352" y="2251179"/>
            <a:ext cx="7493625" cy="419202"/>
          </a:xfrm>
        </p:spPr>
        <p:txBody>
          <a:bodyPr>
            <a:noAutofit/>
          </a:bodyPr>
          <a:lstStyle>
            <a:lvl1pPr marL="0" indent="0">
              <a:buNone/>
              <a:defRPr sz="2400" b="1"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Presentation Title</a:t>
            </a:r>
          </a:p>
        </p:txBody>
      </p:sp>
      <p:sp>
        <p:nvSpPr>
          <p:cNvPr id="25" name="Text Placeholder 21"/>
          <p:cNvSpPr>
            <a:spLocks noGrp="1"/>
          </p:cNvSpPr>
          <p:nvPr>
            <p:ph type="body" sz="quarter" idx="17" hasCustomPrompt="1"/>
          </p:nvPr>
        </p:nvSpPr>
        <p:spPr>
          <a:xfrm>
            <a:off x="925512" y="2668678"/>
            <a:ext cx="7483465" cy="826362"/>
          </a:xfrm>
        </p:spPr>
        <p:txBody>
          <a:bodyPr>
            <a:noAutofit/>
          </a:bodyPr>
          <a:lstStyle>
            <a:lvl1pPr marL="0" indent="0">
              <a:buNone/>
              <a:defRPr sz="2000" b="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a Presentation Subtitle</a:t>
            </a:r>
          </a:p>
        </p:txBody>
      </p:sp>
      <p:sp>
        <p:nvSpPr>
          <p:cNvPr id="26" name="Text Placeholder 21"/>
          <p:cNvSpPr>
            <a:spLocks noGrp="1"/>
          </p:cNvSpPr>
          <p:nvPr>
            <p:ph type="body" sz="quarter" idx="18" hasCustomPrompt="1"/>
          </p:nvPr>
        </p:nvSpPr>
        <p:spPr>
          <a:xfrm>
            <a:off x="915352" y="4246880"/>
            <a:ext cx="7493625" cy="497840"/>
          </a:xfrm>
        </p:spPr>
        <p:txBody>
          <a:bodyPr anchor="b">
            <a:noAutofit/>
          </a:bodyPr>
          <a:lstStyle>
            <a:lvl1pPr marL="0" indent="0">
              <a:buNone/>
              <a:defRPr sz="1000" b="0"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Presented by, Job Title, Date, etc.</a:t>
            </a:r>
          </a:p>
        </p:txBody>
      </p:sp>
      <p:pic>
        <p:nvPicPr>
          <p:cNvPr id="8" name="Picture 7"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7295" y="1184383"/>
            <a:ext cx="2925483" cy="812634"/>
          </a:xfrm>
          <a:prstGeom prst="rect">
            <a:avLst/>
          </a:prstGeom>
        </p:spPr>
      </p:pic>
      <p:sp>
        <p:nvSpPr>
          <p:cNvPr id="3" name="Footer Placeholder 2"/>
          <p:cNvSpPr>
            <a:spLocks noGrp="1"/>
          </p:cNvSpPr>
          <p:nvPr>
            <p:ph type="ftr" sz="quarter" idx="20"/>
          </p:nvPr>
        </p:nvSpPr>
        <p:spPr>
          <a:xfrm>
            <a:off x="915353" y="4802823"/>
            <a:ext cx="7493624" cy="274637"/>
          </a:xfrm>
        </p:spPr>
        <p:txBody>
          <a:bodyPr/>
          <a:lstStyle/>
          <a:p>
            <a:pPr algn="l"/>
            <a:r>
              <a:rPr lang="en-US"/>
              <a:t>For required markings, please visit https://mh.jpl.nasa.gov</a:t>
            </a:r>
            <a:endParaRPr lang="en-US" dirty="0"/>
          </a:p>
        </p:txBody>
      </p:sp>
    </p:spTree>
    <p:extLst>
      <p:ext uri="{BB962C8B-B14F-4D97-AF65-F5344CB8AC3E}">
        <p14:creationId xmlns:p14="http://schemas.microsoft.com/office/powerpoint/2010/main" val="256555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Sq Image">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5687785" y="508000"/>
            <a:ext cx="3347357" cy="826391"/>
          </a:xfrm>
        </p:spPr>
        <p:txBody>
          <a:bodyPr anchor="b">
            <a:noAutofit/>
          </a:bodyPr>
          <a:lstStyle>
            <a:lvl1pPr marL="0" indent="0" algn="ctr">
              <a:buNone/>
              <a:defRPr sz="1400">
                <a:solidFill>
                  <a:schemeClr val="accent1"/>
                </a:solidFill>
                <a:latin typeface="+mj-lt"/>
              </a:defRPr>
            </a:lvl1pPr>
            <a:lvl2pPr marL="457200" indent="0" algn="ctr">
              <a:buNone/>
              <a:defRPr sz="1400">
                <a:solidFill>
                  <a:schemeClr val="accent1"/>
                </a:solidFill>
              </a:defRPr>
            </a:lvl2pPr>
            <a:lvl3pPr marL="914400" indent="0" algn="ctr">
              <a:buNone/>
              <a:defRPr sz="1400">
                <a:solidFill>
                  <a:schemeClr val="accent1"/>
                </a:solidFill>
              </a:defRPr>
            </a:lvl3pPr>
            <a:lvl4pPr marL="1371600" indent="0" algn="ctr">
              <a:buNone/>
              <a:defRPr sz="1400">
                <a:solidFill>
                  <a:schemeClr val="accent1"/>
                </a:solidFill>
              </a:defRPr>
            </a:lvl4pPr>
            <a:lvl5pPr marL="1828800" indent="0" algn="ctr">
              <a:buNone/>
              <a:defRPr sz="1400">
                <a:solidFill>
                  <a:schemeClr val="accent1"/>
                </a:solidFill>
              </a:defRPr>
            </a:lvl5pPr>
          </a:lstStyle>
          <a:p>
            <a:pPr lvl="0"/>
            <a:r>
              <a:rPr lang="en-US" dirty="0"/>
              <a:t>Click to Add a Theme, Project or Mission Name (optional)</a:t>
            </a:r>
          </a:p>
        </p:txBody>
      </p:sp>
      <p:sp>
        <p:nvSpPr>
          <p:cNvPr id="15" name="Text Placeholder 13"/>
          <p:cNvSpPr>
            <a:spLocks noGrp="1"/>
          </p:cNvSpPr>
          <p:nvPr>
            <p:ph type="body" sz="quarter" idx="11" hasCustomPrompt="1"/>
          </p:nvPr>
        </p:nvSpPr>
        <p:spPr>
          <a:xfrm>
            <a:off x="5687785" y="1354711"/>
            <a:ext cx="3347357" cy="728089"/>
          </a:xfrm>
        </p:spPr>
        <p:txBody>
          <a:bodyPr anchor="t">
            <a:noAutofit/>
          </a:bodyPr>
          <a:lstStyle>
            <a:lvl1pPr marL="0" indent="0" algn="ctr">
              <a:buNone/>
              <a:defRPr sz="2200" b="1" baseline="0">
                <a:solidFill>
                  <a:schemeClr val="tx1"/>
                </a:solidFill>
                <a:latin typeface="+mj-lt"/>
              </a:defRPr>
            </a:lvl1pPr>
            <a:lvl2pPr marL="457200" indent="0" algn="ctr">
              <a:buNone/>
              <a:defRPr sz="1400">
                <a:solidFill>
                  <a:schemeClr val="accent1"/>
                </a:solidFill>
              </a:defRPr>
            </a:lvl2pPr>
            <a:lvl3pPr marL="914400" indent="0" algn="ctr">
              <a:buNone/>
              <a:defRPr sz="1400">
                <a:solidFill>
                  <a:schemeClr val="accent1"/>
                </a:solidFill>
              </a:defRPr>
            </a:lvl3pPr>
            <a:lvl4pPr marL="1371600" indent="0" algn="ctr">
              <a:buNone/>
              <a:defRPr sz="1400">
                <a:solidFill>
                  <a:schemeClr val="accent1"/>
                </a:solidFill>
              </a:defRPr>
            </a:lvl4pPr>
            <a:lvl5pPr marL="1828800" indent="0" algn="ctr">
              <a:buNone/>
              <a:defRPr sz="1400">
                <a:solidFill>
                  <a:schemeClr val="accent1"/>
                </a:solidFill>
              </a:defRPr>
            </a:lvl5pPr>
          </a:lstStyle>
          <a:p>
            <a:pPr lvl="0"/>
            <a:r>
              <a:rPr lang="en-US" dirty="0"/>
              <a:t>Click to Edit Presentation Title</a:t>
            </a:r>
          </a:p>
        </p:txBody>
      </p:sp>
      <p:sp>
        <p:nvSpPr>
          <p:cNvPr id="19" name="Picture Placeholder 18"/>
          <p:cNvSpPr>
            <a:spLocks noGrp="1"/>
          </p:cNvSpPr>
          <p:nvPr>
            <p:ph type="pic" sz="quarter" idx="14"/>
          </p:nvPr>
        </p:nvSpPr>
        <p:spPr>
          <a:xfrm>
            <a:off x="0" y="0"/>
            <a:ext cx="5546725" cy="5143500"/>
          </a:xfrm>
        </p:spPr>
        <p:txBody>
          <a:bodyPr anchor="ctr">
            <a:noAutofit/>
          </a:bodyPr>
          <a:lstStyle>
            <a:lvl1pPr marL="0" marR="0" indent="0" algn="ctr" defTabSz="457200" rtl="0" eaLnBrk="1" fontAlgn="auto" latinLnBrk="0" hangingPunct="1">
              <a:lnSpc>
                <a:spcPct val="100000"/>
              </a:lnSpc>
              <a:spcBef>
                <a:spcPct val="20000"/>
              </a:spcBef>
              <a:spcAft>
                <a:spcPts val="0"/>
              </a:spcAft>
              <a:buClr>
                <a:schemeClr val="bg1">
                  <a:lumMod val="50000"/>
                </a:schemeClr>
              </a:buClr>
              <a:buSzTx/>
              <a:buFont typeface="Arial"/>
              <a:buNone/>
              <a:tabLst/>
              <a:defRPr sz="1400"/>
            </a:lvl1pPr>
          </a:lstStyle>
          <a:p>
            <a:r>
              <a:rPr lang="en-US" dirty="0"/>
              <a:t>Drag picture to placeholder or click icon to add</a:t>
            </a:r>
          </a:p>
        </p:txBody>
      </p:sp>
      <p:sp>
        <p:nvSpPr>
          <p:cNvPr id="26" name="Text Placeholder 13"/>
          <p:cNvSpPr>
            <a:spLocks noGrp="1"/>
          </p:cNvSpPr>
          <p:nvPr>
            <p:ph type="body" sz="quarter" idx="15" hasCustomPrompt="1"/>
          </p:nvPr>
        </p:nvSpPr>
        <p:spPr>
          <a:xfrm>
            <a:off x="5687785" y="2164080"/>
            <a:ext cx="3347357" cy="833120"/>
          </a:xfrm>
        </p:spPr>
        <p:txBody>
          <a:bodyPr anchor="t">
            <a:noAutofit/>
          </a:bodyPr>
          <a:lstStyle>
            <a:lvl1pPr marL="0" indent="0" algn="ctr">
              <a:buNone/>
              <a:defRPr sz="1000" baseline="0">
                <a:solidFill>
                  <a:schemeClr val="tx1"/>
                </a:solidFill>
                <a:latin typeface="+mj-lt"/>
              </a:defRPr>
            </a:lvl1pPr>
            <a:lvl2pPr marL="457200" indent="0" algn="ctr">
              <a:buNone/>
              <a:defRPr sz="1400">
                <a:solidFill>
                  <a:schemeClr val="accent1"/>
                </a:solidFill>
              </a:defRPr>
            </a:lvl2pPr>
            <a:lvl3pPr marL="914400" indent="0" algn="ctr">
              <a:buNone/>
              <a:defRPr sz="1400">
                <a:solidFill>
                  <a:schemeClr val="accent1"/>
                </a:solidFill>
              </a:defRPr>
            </a:lvl3pPr>
            <a:lvl4pPr marL="1371600" indent="0" algn="ctr">
              <a:buNone/>
              <a:defRPr sz="1400">
                <a:solidFill>
                  <a:schemeClr val="accent1"/>
                </a:solidFill>
              </a:defRPr>
            </a:lvl4pPr>
            <a:lvl5pPr marL="1828800" indent="0" algn="ctr">
              <a:buNone/>
              <a:defRPr sz="1400">
                <a:solidFill>
                  <a:schemeClr val="accent1"/>
                </a:solidFill>
              </a:defRPr>
            </a:lvl5pPr>
          </a:lstStyle>
          <a:p>
            <a:pPr lvl="0"/>
            <a:r>
              <a:rPr lang="en-US" dirty="0"/>
              <a:t>Presented by, Job Title, Date, etc.</a:t>
            </a:r>
          </a:p>
        </p:txBody>
      </p:sp>
      <p:pic>
        <p:nvPicPr>
          <p:cNvPr id="8" name="Picture 7"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70339" y="3918225"/>
            <a:ext cx="2925483" cy="812634"/>
          </a:xfrm>
          <a:prstGeom prst="rect">
            <a:avLst/>
          </a:prstGeom>
        </p:spPr>
      </p:pic>
      <p:sp>
        <p:nvSpPr>
          <p:cNvPr id="3" name="Footer Placeholder 2"/>
          <p:cNvSpPr>
            <a:spLocks noGrp="1"/>
          </p:cNvSpPr>
          <p:nvPr>
            <p:ph type="ftr" sz="quarter" idx="17"/>
          </p:nvPr>
        </p:nvSpPr>
        <p:spPr>
          <a:xfrm>
            <a:off x="5687785" y="4802823"/>
            <a:ext cx="3347357" cy="274637"/>
          </a:xfrm>
        </p:spPr>
        <p:txBody>
          <a:bodyPr/>
          <a:lstStyle/>
          <a:p>
            <a:r>
              <a:rPr lang="en-US"/>
              <a:t>For required markings, please visit https://mh.jpl.nasa.gov</a:t>
            </a:r>
            <a:endParaRPr lang="en-US" dirty="0"/>
          </a:p>
        </p:txBody>
      </p:sp>
    </p:spTree>
    <p:extLst>
      <p:ext uri="{BB962C8B-B14F-4D97-AF65-F5344CB8AC3E}">
        <p14:creationId xmlns:p14="http://schemas.microsoft.com/office/powerpoint/2010/main" val="3207911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Horz Image">
    <p:spTree>
      <p:nvGrpSpPr>
        <p:cNvPr id="1" name=""/>
        <p:cNvGrpSpPr/>
        <p:nvPr/>
      </p:nvGrpSpPr>
      <p:grpSpPr>
        <a:xfrm>
          <a:off x="0" y="0"/>
          <a:ext cx="0" cy="0"/>
          <a:chOff x="0" y="0"/>
          <a:chExt cx="0" cy="0"/>
        </a:xfrm>
      </p:grpSpPr>
      <p:sp>
        <p:nvSpPr>
          <p:cNvPr id="8" name="Picture Placeholder 18"/>
          <p:cNvSpPr>
            <a:spLocks noGrp="1"/>
          </p:cNvSpPr>
          <p:nvPr>
            <p:ph type="pic" sz="quarter" idx="14"/>
          </p:nvPr>
        </p:nvSpPr>
        <p:spPr>
          <a:xfrm>
            <a:off x="0" y="0"/>
            <a:ext cx="9144000" cy="3417503"/>
          </a:xfrm>
        </p:spPr>
        <p:txBody>
          <a:bodyPr anchor="ctr">
            <a:noAutofit/>
          </a:bodyPr>
          <a:lstStyle>
            <a:lvl1pPr marL="0" marR="0" indent="0" algn="ctr" defTabSz="457200" rtl="0" eaLnBrk="1" fontAlgn="auto" latinLnBrk="0" hangingPunct="1">
              <a:lnSpc>
                <a:spcPct val="100000"/>
              </a:lnSpc>
              <a:spcBef>
                <a:spcPct val="20000"/>
              </a:spcBef>
              <a:spcAft>
                <a:spcPts val="0"/>
              </a:spcAft>
              <a:buClr>
                <a:schemeClr val="bg1">
                  <a:lumMod val="50000"/>
                </a:schemeClr>
              </a:buClr>
              <a:buSzTx/>
              <a:buFont typeface="Arial"/>
              <a:buNone/>
              <a:tabLst/>
              <a:defRPr sz="1400"/>
            </a:lvl1pPr>
          </a:lstStyle>
          <a:p>
            <a:r>
              <a:rPr lang="en-US" dirty="0"/>
              <a:t>Drag picture to placeholder or click icon to add</a:t>
            </a:r>
          </a:p>
        </p:txBody>
      </p:sp>
      <p:sp>
        <p:nvSpPr>
          <p:cNvPr id="14" name="Text Placeholder 13"/>
          <p:cNvSpPr>
            <a:spLocks noGrp="1"/>
          </p:cNvSpPr>
          <p:nvPr>
            <p:ph type="body" sz="quarter" idx="16" hasCustomPrompt="1"/>
          </p:nvPr>
        </p:nvSpPr>
        <p:spPr>
          <a:xfrm>
            <a:off x="369198" y="3773210"/>
            <a:ext cx="8530529" cy="430183"/>
          </a:xfrm>
        </p:spPr>
        <p:txBody>
          <a:bodyPr>
            <a:noAutofit/>
          </a:bodyPr>
          <a:lstStyle>
            <a:lvl1pPr marL="0" indent="0">
              <a:buNone/>
              <a:defRPr sz="2200" b="1">
                <a:latin typeface="+mj-lt"/>
              </a:defRPr>
            </a:lvl1pPr>
            <a:lvl2pPr marL="457200" indent="0">
              <a:buNone/>
              <a:defRPr sz="2200" b="1">
                <a:latin typeface="+mj-lt"/>
              </a:defRPr>
            </a:lvl2pPr>
            <a:lvl3pPr marL="914400" indent="0">
              <a:buNone/>
              <a:defRPr sz="2200" b="1">
                <a:latin typeface="+mj-lt"/>
              </a:defRPr>
            </a:lvl3pPr>
            <a:lvl4pPr marL="1371600" indent="0">
              <a:buNone/>
              <a:defRPr sz="2200" b="1">
                <a:latin typeface="+mj-lt"/>
              </a:defRPr>
            </a:lvl4pPr>
            <a:lvl5pPr marL="1828800" indent="0">
              <a:buNone/>
              <a:defRPr sz="2200" b="1">
                <a:latin typeface="+mj-lt"/>
              </a:defRPr>
            </a:lvl5pPr>
          </a:lstStyle>
          <a:p>
            <a:pPr lvl="0"/>
            <a:r>
              <a:rPr lang="en-US" dirty="0"/>
              <a:t>Click to Edit Presentation Title</a:t>
            </a:r>
          </a:p>
        </p:txBody>
      </p:sp>
      <p:sp>
        <p:nvSpPr>
          <p:cNvPr id="17" name="Text Placeholder 16"/>
          <p:cNvSpPr>
            <a:spLocks noGrp="1"/>
          </p:cNvSpPr>
          <p:nvPr>
            <p:ph type="body" sz="quarter" idx="17" hasCustomPrompt="1"/>
          </p:nvPr>
        </p:nvSpPr>
        <p:spPr>
          <a:xfrm>
            <a:off x="369198" y="4479716"/>
            <a:ext cx="5605047" cy="355600"/>
          </a:xfrm>
        </p:spPr>
        <p:txBody>
          <a:bodyPr anchor="b">
            <a:noAutofit/>
          </a:bodyPr>
          <a:lstStyle>
            <a:lvl1pPr marL="0" indent="0">
              <a:buNone/>
              <a:defRPr sz="1000" baseline="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Presented by, Job Title, Date, etc.</a:t>
            </a:r>
          </a:p>
        </p:txBody>
      </p:sp>
      <p:sp>
        <p:nvSpPr>
          <p:cNvPr id="21" name="Text Placeholder 20"/>
          <p:cNvSpPr>
            <a:spLocks noGrp="1"/>
          </p:cNvSpPr>
          <p:nvPr>
            <p:ph type="body" sz="quarter" idx="19" hasCustomPrompt="1"/>
          </p:nvPr>
        </p:nvSpPr>
        <p:spPr>
          <a:xfrm>
            <a:off x="369197" y="3488175"/>
            <a:ext cx="8530530" cy="285035"/>
          </a:xfrm>
        </p:spPr>
        <p:txBody>
          <a:bodyPr>
            <a:noAutofit/>
          </a:bodyPr>
          <a:lstStyle>
            <a:lvl1pPr marL="0" indent="0">
              <a:buNone/>
              <a:defRPr sz="1400">
                <a:solidFill>
                  <a:schemeClr val="accent1"/>
                </a:solidFill>
              </a:defRPr>
            </a:lvl1pPr>
            <a:lvl2pPr marL="457200" indent="0">
              <a:buNone/>
              <a:defRPr sz="1400">
                <a:solidFill>
                  <a:schemeClr val="accent1"/>
                </a:solidFill>
              </a:defRPr>
            </a:lvl2pPr>
            <a:lvl3pPr marL="914400" indent="0">
              <a:buNone/>
              <a:defRPr sz="1400">
                <a:solidFill>
                  <a:schemeClr val="accent1"/>
                </a:solidFill>
              </a:defRPr>
            </a:lvl3pPr>
            <a:lvl4pPr marL="1371600" indent="0">
              <a:buNone/>
              <a:defRPr sz="1400">
                <a:solidFill>
                  <a:schemeClr val="accent1"/>
                </a:solidFill>
              </a:defRPr>
            </a:lvl4pPr>
            <a:lvl5pPr marL="1828800" indent="0">
              <a:buNone/>
              <a:defRPr sz="1400">
                <a:solidFill>
                  <a:schemeClr val="accent1"/>
                </a:solidFill>
              </a:defRPr>
            </a:lvl5pPr>
          </a:lstStyle>
          <a:p>
            <a:pPr lvl="0"/>
            <a:r>
              <a:rPr lang="en-US" dirty="0"/>
              <a:t>Click to Add a Theme, Project or Mission Name (optional)</a:t>
            </a:r>
          </a:p>
        </p:txBody>
      </p:sp>
      <p:pic>
        <p:nvPicPr>
          <p:cNvPr id="9" name="Picture 8"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4244" y="4219782"/>
            <a:ext cx="2925483" cy="812634"/>
          </a:xfrm>
          <a:prstGeom prst="rect">
            <a:avLst/>
          </a:prstGeom>
        </p:spPr>
      </p:pic>
      <p:sp>
        <p:nvSpPr>
          <p:cNvPr id="3" name="Footer Placeholder 2"/>
          <p:cNvSpPr>
            <a:spLocks noGrp="1"/>
          </p:cNvSpPr>
          <p:nvPr>
            <p:ph type="ftr" sz="quarter" idx="21"/>
          </p:nvPr>
        </p:nvSpPr>
        <p:spPr>
          <a:xfrm>
            <a:off x="369199" y="4802823"/>
            <a:ext cx="5605046" cy="274637"/>
          </a:xfrm>
        </p:spPr>
        <p:txBody>
          <a:bodyPr/>
          <a:lstStyle>
            <a:lvl1pPr algn="l">
              <a:defRPr/>
            </a:lvl1pPr>
          </a:lstStyle>
          <a:p>
            <a:r>
              <a:rPr lang="en-US"/>
              <a:t>For required markings, please visit https://mh.jpl.nasa.gov</a:t>
            </a:r>
            <a:endParaRPr lang="en-US" dirty="0"/>
          </a:p>
        </p:txBody>
      </p:sp>
    </p:spTree>
    <p:extLst>
      <p:ext uri="{BB962C8B-B14F-4D97-AF65-F5344CB8AC3E}">
        <p14:creationId xmlns:p14="http://schemas.microsoft.com/office/powerpoint/2010/main" val="3207911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0" name="Content Placeholder 2"/>
          <p:cNvSpPr>
            <a:spLocks noGrp="1"/>
          </p:cNvSpPr>
          <p:nvPr>
            <p:ph sz="quarter" idx="19"/>
          </p:nvPr>
        </p:nvSpPr>
        <p:spPr>
          <a:xfrm>
            <a:off x="1412240" y="1602106"/>
            <a:ext cx="6319520" cy="27193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8"/>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0"/>
          </p:nvPr>
        </p:nvSpPr>
        <p:spPr/>
        <p:txBody>
          <a:bodyPr/>
          <a:lstStyle/>
          <a:p>
            <a:fld id="{341DE1EE-7D9E-4356-A17B-AC39B24D4A0F}" type="datetime1">
              <a:rPr lang="en-US" smtClean="0"/>
              <a:t>9/1/25</a:t>
            </a:fld>
            <a:endParaRPr lang="en-US" dirty="0"/>
          </a:p>
        </p:txBody>
      </p:sp>
      <p:sp>
        <p:nvSpPr>
          <p:cNvPr id="5" name="Footer Placeholder 4"/>
          <p:cNvSpPr>
            <a:spLocks noGrp="1"/>
          </p:cNvSpPr>
          <p:nvPr>
            <p:ph type="ftr" sz="quarter" idx="21"/>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200292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noAutofit/>
          </a:bodyPr>
          <a:lstStyle/>
          <a:p>
            <a:r>
              <a:rPr lang="en-US"/>
              <a:t>Click to edit Master title style</a:t>
            </a:r>
          </a:p>
        </p:txBody>
      </p:sp>
      <p:sp>
        <p:nvSpPr>
          <p:cNvPr id="13" name="TextBox 12"/>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2" name="Date Placeholder 1"/>
          <p:cNvSpPr>
            <a:spLocks noGrp="1"/>
          </p:cNvSpPr>
          <p:nvPr>
            <p:ph type="dt" sz="half" idx="18"/>
          </p:nvPr>
        </p:nvSpPr>
        <p:spPr/>
        <p:txBody>
          <a:bodyPr/>
          <a:lstStyle/>
          <a:p>
            <a:fld id="{E0EE1217-8810-43A4-A260-F7B93C1E2460}" type="datetime1">
              <a:rPr lang="en-US" smtClean="0"/>
              <a:t>9/1/25</a:t>
            </a:fld>
            <a:endParaRPr lang="en-US" dirty="0"/>
          </a:p>
        </p:txBody>
      </p:sp>
      <p:sp>
        <p:nvSpPr>
          <p:cNvPr id="3" name="Footer Placeholder 2"/>
          <p:cNvSpPr>
            <a:spLocks noGrp="1"/>
          </p:cNvSpPr>
          <p:nvPr>
            <p:ph type="ftr" sz="quarter" idx="19"/>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20"/>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3543170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noAutofit/>
          </a:bodyPr>
          <a:lstStyle/>
          <a:p>
            <a:r>
              <a:rPr lang="en-US"/>
              <a:t>Click to edit Master title style</a:t>
            </a:r>
          </a:p>
        </p:txBody>
      </p:sp>
      <p:sp>
        <p:nvSpPr>
          <p:cNvPr id="13" name="Content Placeholder 2"/>
          <p:cNvSpPr>
            <a:spLocks noGrp="1"/>
          </p:cNvSpPr>
          <p:nvPr>
            <p:ph sz="quarter" idx="19"/>
          </p:nvPr>
        </p:nvSpPr>
        <p:spPr>
          <a:xfrm>
            <a:off x="1412240" y="1602106"/>
            <a:ext cx="6319520" cy="27193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0"/>
          </p:nvPr>
        </p:nvSpPr>
        <p:spPr/>
        <p:txBody>
          <a:bodyPr/>
          <a:lstStyle/>
          <a:p>
            <a:fld id="{81BC07D9-38D2-4D21-BB9F-4FB482252065}" type="datetime1">
              <a:rPr lang="en-US" smtClean="0"/>
              <a:t>9/1/25</a:t>
            </a:fld>
            <a:endParaRPr lang="en-US" dirty="0"/>
          </a:p>
        </p:txBody>
      </p:sp>
      <p:sp>
        <p:nvSpPr>
          <p:cNvPr id="5" name="Footer Placeholder 4"/>
          <p:cNvSpPr>
            <a:spLocks noGrp="1"/>
          </p:cNvSpPr>
          <p:nvPr>
            <p:ph type="ftr" sz="quarter" idx="21"/>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3543170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6"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9" name="Title 8"/>
          <p:cNvSpPr>
            <a:spLocks noGrp="1"/>
          </p:cNvSpPr>
          <p:nvPr>
            <p:ph type="title"/>
          </p:nvPr>
        </p:nvSpPr>
        <p:spPr/>
        <p:txBody>
          <a:bodyPr/>
          <a:lstStyle/>
          <a:p>
            <a:r>
              <a:rPr lang="en-US" dirty="0"/>
              <a:t>Click to edit Master title style</a:t>
            </a:r>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18"/>
          </p:nvPr>
        </p:nvSpPr>
        <p:spPr/>
        <p:txBody>
          <a:bodyPr/>
          <a:lstStyle/>
          <a:p>
            <a:fld id="{37A7201D-60A7-477E-96B4-3973BB7451F7}" type="datetime1">
              <a:rPr lang="en-US" smtClean="0"/>
              <a:t>9/1/25</a:t>
            </a:fld>
            <a:endParaRPr lang="en-US" dirty="0"/>
          </a:p>
        </p:txBody>
      </p:sp>
      <p:sp>
        <p:nvSpPr>
          <p:cNvPr id="5" name="Footer Placeholder 4"/>
          <p:cNvSpPr>
            <a:spLocks noGrp="1"/>
          </p:cNvSpPr>
          <p:nvPr>
            <p:ph type="ftr" sz="quarter" idx="19"/>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0"/>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608767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Content Placeholder 2"/>
          <p:cNvSpPr>
            <a:spLocks noGrp="1"/>
          </p:cNvSpPr>
          <p:nvPr>
            <p:ph sz="quarter" idx="19"/>
          </p:nvPr>
        </p:nvSpPr>
        <p:spPr>
          <a:xfrm>
            <a:off x="1412240" y="1602106"/>
            <a:ext cx="6319520" cy="27193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0"/>
          </p:nvPr>
        </p:nvSpPr>
        <p:spPr/>
        <p:txBody>
          <a:bodyPr/>
          <a:lstStyle/>
          <a:p>
            <a:fld id="{DF441585-8FA9-4EA2-85A4-83043578477A}" type="datetime1">
              <a:rPr lang="en-US" smtClean="0"/>
              <a:t>9/1/25</a:t>
            </a:fld>
            <a:endParaRPr lang="en-US" dirty="0"/>
          </a:p>
        </p:txBody>
      </p:sp>
      <p:sp>
        <p:nvSpPr>
          <p:cNvPr id="5" name="Footer Placeholder 4"/>
          <p:cNvSpPr>
            <a:spLocks noGrp="1"/>
          </p:cNvSpPr>
          <p:nvPr>
            <p:ph type="ftr" sz="quarter" idx="21"/>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079395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Content Placeholder 2"/>
          <p:cNvSpPr>
            <a:spLocks noGrp="1"/>
          </p:cNvSpPr>
          <p:nvPr>
            <p:ph sz="quarter" idx="19"/>
          </p:nvPr>
        </p:nvSpPr>
        <p:spPr>
          <a:xfrm>
            <a:off x="254000" y="1598613"/>
            <a:ext cx="4216400" cy="2719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1"/>
          <p:cNvSpPr>
            <a:spLocks noGrp="1"/>
          </p:cNvSpPr>
          <p:nvPr>
            <p:ph sz="quarter" idx="20"/>
          </p:nvPr>
        </p:nvSpPr>
        <p:spPr>
          <a:xfrm>
            <a:off x="4675164" y="1598612"/>
            <a:ext cx="4216400" cy="27193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Box 10"/>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1"/>
          </p:nvPr>
        </p:nvSpPr>
        <p:spPr/>
        <p:txBody>
          <a:bodyPr/>
          <a:lstStyle/>
          <a:p>
            <a:fld id="{83F1A4B9-1F13-48F5-BF93-72CC0A0DFA2C}" type="datetime1">
              <a:rPr lang="en-US" smtClean="0"/>
              <a:t>9/1/25</a:t>
            </a:fld>
            <a:endParaRPr lang="en-US" dirty="0"/>
          </a:p>
        </p:txBody>
      </p:sp>
      <p:sp>
        <p:nvSpPr>
          <p:cNvPr id="5" name="Footer Placeholder 4"/>
          <p:cNvSpPr>
            <a:spLocks noGrp="1"/>
          </p:cNvSpPr>
          <p:nvPr>
            <p:ph type="ftr" sz="quarter" idx="22"/>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3"/>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3532275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Content Placeholder 2"/>
          <p:cNvSpPr>
            <a:spLocks noGrp="1"/>
          </p:cNvSpPr>
          <p:nvPr>
            <p:ph sz="quarter" idx="19"/>
          </p:nvPr>
        </p:nvSpPr>
        <p:spPr>
          <a:xfrm>
            <a:off x="254000" y="2137092"/>
            <a:ext cx="4216400" cy="238410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1"/>
          <p:cNvSpPr>
            <a:spLocks noGrp="1"/>
          </p:cNvSpPr>
          <p:nvPr>
            <p:ph sz="quarter" idx="20"/>
          </p:nvPr>
        </p:nvSpPr>
        <p:spPr>
          <a:xfrm>
            <a:off x="4675164" y="2137092"/>
            <a:ext cx="4216400" cy="23841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254000" y="1497330"/>
            <a:ext cx="4216400"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4"/>
          <p:cNvSpPr>
            <a:spLocks noGrp="1"/>
          </p:cNvSpPr>
          <p:nvPr>
            <p:ph type="body" sz="quarter" idx="3"/>
          </p:nvPr>
        </p:nvSpPr>
        <p:spPr>
          <a:xfrm>
            <a:off x="4675164" y="1497330"/>
            <a:ext cx="4216400"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Box 16"/>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1"/>
          </p:nvPr>
        </p:nvSpPr>
        <p:spPr/>
        <p:txBody>
          <a:bodyPr/>
          <a:lstStyle/>
          <a:p>
            <a:fld id="{1D4C51F1-096E-4A7D-AF59-49489967A51A}" type="datetime1">
              <a:rPr lang="en-US" smtClean="0"/>
              <a:t>9/1/25</a:t>
            </a:fld>
            <a:endParaRPr lang="en-US" dirty="0"/>
          </a:p>
        </p:txBody>
      </p:sp>
      <p:sp>
        <p:nvSpPr>
          <p:cNvPr id="5" name="Footer Placeholder 4"/>
          <p:cNvSpPr>
            <a:spLocks noGrp="1"/>
          </p:cNvSpPr>
          <p:nvPr>
            <p:ph type="ftr" sz="quarter" idx="22"/>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3"/>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3625700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21" name="Content Placeholder 2"/>
          <p:cNvSpPr>
            <a:spLocks noGrp="1"/>
          </p:cNvSpPr>
          <p:nvPr>
            <p:ph sz="quarter" idx="19"/>
          </p:nvPr>
        </p:nvSpPr>
        <p:spPr>
          <a:xfrm>
            <a:off x="254000" y="2137092"/>
            <a:ext cx="3211513" cy="2384107"/>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22" name="Text Placeholder 2"/>
          <p:cNvSpPr>
            <a:spLocks noGrp="1"/>
          </p:cNvSpPr>
          <p:nvPr>
            <p:ph type="body" idx="24" hasCustomPrompt="1"/>
          </p:nvPr>
        </p:nvSpPr>
        <p:spPr>
          <a:xfrm>
            <a:off x="254000" y="1497330"/>
            <a:ext cx="3211513" cy="639762"/>
          </a:xfrm>
        </p:spPr>
        <p:txBody>
          <a:bodyPr anchor="b">
            <a:noAutofit/>
          </a:bodyPr>
          <a:lstStyle>
            <a:lvl1pPr marL="0" indent="0">
              <a:buFont typeface="Arial"/>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23" name="Content Placeholder 11"/>
          <p:cNvSpPr>
            <a:spLocks noGrp="1"/>
          </p:cNvSpPr>
          <p:nvPr>
            <p:ph sz="quarter" idx="20"/>
          </p:nvPr>
        </p:nvSpPr>
        <p:spPr>
          <a:xfrm>
            <a:off x="3638844" y="1497329"/>
            <a:ext cx="5129236" cy="3023869"/>
          </a:xfrm>
        </p:spPr>
        <p:txBody>
          <a:bodyPr/>
          <a:lstStyle>
            <a:lvl1pPr>
              <a:defRPr sz="2800"/>
            </a:lvl1pPr>
            <a:lvl2pPr>
              <a:defRPr sz="2400"/>
            </a:lvl2pPr>
            <a:lvl3pPr>
              <a:defRPr sz="2000"/>
            </a:lvl3pPr>
            <a:lvl4pPr>
              <a:defRPr sz="18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Box 12"/>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5"/>
          </p:nvPr>
        </p:nvSpPr>
        <p:spPr/>
        <p:txBody>
          <a:bodyPr/>
          <a:lstStyle/>
          <a:p>
            <a:fld id="{8D18AFA9-C13B-4E9A-A7F0-C8B20BE5ADB5}" type="datetime1">
              <a:rPr lang="en-US" smtClean="0"/>
              <a:t>9/1/25</a:t>
            </a:fld>
            <a:endParaRPr lang="en-US" dirty="0"/>
          </a:p>
        </p:txBody>
      </p:sp>
      <p:sp>
        <p:nvSpPr>
          <p:cNvPr id="5" name="Footer Placeholder 4"/>
          <p:cNvSpPr>
            <a:spLocks noGrp="1"/>
          </p:cNvSpPr>
          <p:nvPr>
            <p:ph type="ftr" sz="quarter" idx="26"/>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7"/>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9165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Picture Placeholder 2"/>
          <p:cNvSpPr>
            <a:spLocks noGrp="1"/>
          </p:cNvSpPr>
          <p:nvPr>
            <p:ph type="pic" idx="1"/>
          </p:nvPr>
        </p:nvSpPr>
        <p:spPr>
          <a:xfrm>
            <a:off x="254000" y="1497330"/>
            <a:ext cx="5129236" cy="30238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4" name="Content Placeholder 2"/>
          <p:cNvSpPr>
            <a:spLocks noGrp="1"/>
          </p:cNvSpPr>
          <p:nvPr>
            <p:ph sz="quarter" idx="19"/>
          </p:nvPr>
        </p:nvSpPr>
        <p:spPr>
          <a:xfrm>
            <a:off x="5556567" y="2137092"/>
            <a:ext cx="3211513" cy="2384107"/>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6" name="Text Placeholder 2"/>
          <p:cNvSpPr>
            <a:spLocks noGrp="1"/>
          </p:cNvSpPr>
          <p:nvPr>
            <p:ph type="body" idx="24" hasCustomPrompt="1"/>
          </p:nvPr>
        </p:nvSpPr>
        <p:spPr>
          <a:xfrm>
            <a:off x="5556567" y="1497330"/>
            <a:ext cx="3211513" cy="639762"/>
          </a:xfrm>
        </p:spPr>
        <p:txBody>
          <a:bodyPr anchor="b">
            <a:noAutofit/>
          </a:bodyPr>
          <a:lstStyle>
            <a:lvl1pPr marL="0" indent="0">
              <a:buFont typeface="Arial"/>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17" name="TextBox 16"/>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25"/>
          </p:nvPr>
        </p:nvSpPr>
        <p:spPr/>
        <p:txBody>
          <a:bodyPr/>
          <a:lstStyle/>
          <a:p>
            <a:fld id="{6AFA6CE4-1B8F-4F53-8FC9-315CD27786F8}" type="datetime1">
              <a:rPr lang="en-US" smtClean="0"/>
              <a:t>9/1/25</a:t>
            </a:fld>
            <a:endParaRPr lang="en-US" dirty="0"/>
          </a:p>
        </p:txBody>
      </p:sp>
      <p:sp>
        <p:nvSpPr>
          <p:cNvPr id="5" name="Footer Placeholder 4"/>
          <p:cNvSpPr>
            <a:spLocks noGrp="1"/>
          </p:cNvSpPr>
          <p:nvPr>
            <p:ph type="ftr" sz="quarter" idx="26"/>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7"/>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27731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Black Strip">
    <p:spTree>
      <p:nvGrpSpPr>
        <p:cNvPr id="1" name=""/>
        <p:cNvGrpSpPr/>
        <p:nvPr/>
      </p:nvGrpSpPr>
      <p:grpSpPr>
        <a:xfrm>
          <a:off x="0" y="0"/>
          <a:ext cx="0" cy="0"/>
          <a:chOff x="0" y="0"/>
          <a:chExt cx="0" cy="0"/>
        </a:xfrm>
      </p:grpSpPr>
      <p:sp>
        <p:nvSpPr>
          <p:cNvPr id="14" name="Rectangle 13"/>
          <p:cNvSpPr/>
          <p:nvPr userDrawn="1"/>
        </p:nvSpPr>
        <p:spPr>
          <a:xfrm>
            <a:off x="0" y="1161143"/>
            <a:ext cx="9144000" cy="3558493"/>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a:p>
        </p:txBody>
      </p:sp>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6"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9" name="Title 8"/>
          <p:cNvSpPr>
            <a:spLocks noGrp="1"/>
          </p:cNvSpPr>
          <p:nvPr>
            <p:ph type="title"/>
          </p:nvPr>
        </p:nvSpPr>
        <p:spPr/>
        <p:txBody>
          <a:bodyPr>
            <a:noAutofit/>
          </a:bodyPr>
          <a:lstStyle/>
          <a:p>
            <a:r>
              <a:rPr lang="en-US"/>
              <a:t>Click to edit Master title style</a:t>
            </a:r>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4" name="Date Placeholder 3"/>
          <p:cNvSpPr>
            <a:spLocks noGrp="1"/>
          </p:cNvSpPr>
          <p:nvPr>
            <p:ph type="dt" sz="half" idx="18"/>
          </p:nvPr>
        </p:nvSpPr>
        <p:spPr/>
        <p:txBody>
          <a:bodyPr/>
          <a:lstStyle/>
          <a:p>
            <a:fld id="{DC96F477-1573-42B6-8124-1C5E2CCC0FDA}" type="datetime1">
              <a:rPr lang="en-US" smtClean="0"/>
              <a:t>9/1/25</a:t>
            </a:fld>
            <a:endParaRPr lang="en-US" dirty="0"/>
          </a:p>
        </p:txBody>
      </p:sp>
      <p:sp>
        <p:nvSpPr>
          <p:cNvPr id="5" name="Footer Placeholder 4"/>
          <p:cNvSpPr>
            <a:spLocks noGrp="1"/>
          </p:cNvSpPr>
          <p:nvPr>
            <p:ph type="ftr" sz="quarter" idx="19"/>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20"/>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40704554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Light Strip">
    <p:spTree>
      <p:nvGrpSpPr>
        <p:cNvPr id="1" name=""/>
        <p:cNvGrpSpPr/>
        <p:nvPr/>
      </p:nvGrpSpPr>
      <p:grpSpPr>
        <a:xfrm>
          <a:off x="0" y="0"/>
          <a:ext cx="0" cy="0"/>
          <a:chOff x="0" y="0"/>
          <a:chExt cx="0" cy="0"/>
        </a:xfrm>
      </p:grpSpPr>
      <p:sp>
        <p:nvSpPr>
          <p:cNvPr id="14" name="Rectangle 13"/>
          <p:cNvSpPr/>
          <p:nvPr userDrawn="1"/>
        </p:nvSpPr>
        <p:spPr>
          <a:xfrm>
            <a:off x="0" y="1161143"/>
            <a:ext cx="9144000" cy="355849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a:p>
        </p:txBody>
      </p:sp>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noAutofit/>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000000"/>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7" name="Date Placeholder 6"/>
          <p:cNvSpPr>
            <a:spLocks noGrp="1"/>
          </p:cNvSpPr>
          <p:nvPr>
            <p:ph type="dt" sz="half" idx="18"/>
          </p:nvPr>
        </p:nvSpPr>
        <p:spPr/>
        <p:txBody>
          <a:bodyPr/>
          <a:lstStyle/>
          <a:p>
            <a:fld id="{69160BD7-9A24-46F0-B588-84A24FB50E43}" type="datetime1">
              <a:rPr lang="en-US" smtClean="0"/>
              <a:t>9/1/25</a:t>
            </a:fld>
            <a:endParaRPr lang="en-US" dirty="0"/>
          </a:p>
        </p:txBody>
      </p:sp>
      <p:sp>
        <p:nvSpPr>
          <p:cNvPr id="11" name="Footer Placeholder 10"/>
          <p:cNvSpPr>
            <a:spLocks noGrp="1"/>
          </p:cNvSpPr>
          <p:nvPr>
            <p:ph type="ftr" sz="quarter" idx="19"/>
          </p:nvPr>
        </p:nvSpPr>
        <p:spPr/>
        <p:txBody>
          <a:bodyPr/>
          <a:lstStyle/>
          <a:p>
            <a:r>
              <a:rPr lang="en-US"/>
              <a:t>For required markings, please visit https://mh.jpl.nasa.gov</a:t>
            </a:r>
            <a:endParaRPr lang="en-US" dirty="0"/>
          </a:p>
        </p:txBody>
      </p:sp>
      <p:sp>
        <p:nvSpPr>
          <p:cNvPr id="13" name="Slide Number Placeholder 12"/>
          <p:cNvSpPr>
            <a:spLocks noGrp="1"/>
          </p:cNvSpPr>
          <p:nvPr>
            <p:ph type="sldNum" sz="quarter" idx="20"/>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0138324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6" name="TextBox 5"/>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5" name="Date Placeholder 4"/>
          <p:cNvSpPr>
            <a:spLocks noGrp="1"/>
          </p:cNvSpPr>
          <p:nvPr>
            <p:ph type="dt" sz="half" idx="10"/>
          </p:nvPr>
        </p:nvSpPr>
        <p:spPr/>
        <p:txBody>
          <a:bodyPr/>
          <a:lstStyle/>
          <a:p>
            <a:fld id="{7F360C67-0F6D-4A63-8E63-273C3D00EFA0}" type="datetime1">
              <a:rPr lang="en-US" smtClean="0"/>
              <a:t>9/1/25</a:t>
            </a:fld>
            <a:endParaRPr lang="en-US" dirty="0"/>
          </a:p>
        </p:txBody>
      </p:sp>
      <p:sp>
        <p:nvSpPr>
          <p:cNvPr id="7" name="Footer Placeholder 6"/>
          <p:cNvSpPr>
            <a:spLocks noGrp="1"/>
          </p:cNvSpPr>
          <p:nvPr>
            <p:ph type="ftr" sz="quarter" idx="11"/>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1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337193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sz="quarter" idx="13" hasCustomPrompt="1"/>
          </p:nvPr>
        </p:nvSpPr>
        <p:spPr>
          <a:xfrm>
            <a:off x="467360" y="1839278"/>
            <a:ext cx="8229600" cy="1462722"/>
          </a:xfrm>
        </p:spPr>
        <p:txBody>
          <a:bodyPr anchor="ctr">
            <a:noAutofit/>
          </a:bodyPr>
          <a:lstStyle>
            <a:lvl1pPr marL="0" indent="0" algn="ctr">
              <a:buNone/>
              <a:defRPr sz="3600" baseline="0"/>
            </a:lvl1pPr>
          </a:lstStyle>
          <a:p>
            <a:pPr lvl="0"/>
            <a:r>
              <a:rPr lang="en-US" dirty="0"/>
              <a:t>Click to add section header</a:t>
            </a:r>
          </a:p>
        </p:txBody>
      </p:sp>
      <p:sp>
        <p:nvSpPr>
          <p:cNvPr id="4" name="TextBox 3"/>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2" name="Date Placeholder 1"/>
          <p:cNvSpPr>
            <a:spLocks noGrp="1"/>
          </p:cNvSpPr>
          <p:nvPr>
            <p:ph type="dt" sz="half" idx="14"/>
          </p:nvPr>
        </p:nvSpPr>
        <p:spPr/>
        <p:txBody>
          <a:bodyPr/>
          <a:lstStyle/>
          <a:p>
            <a:fld id="{5D7FBDF3-D11F-4F70-8F9F-651D17F84E13}" type="datetime1">
              <a:rPr lang="en-US" smtClean="0"/>
              <a:t>9/1/25</a:t>
            </a:fld>
            <a:endParaRPr lang="en-US" dirty="0"/>
          </a:p>
        </p:txBody>
      </p:sp>
      <p:sp>
        <p:nvSpPr>
          <p:cNvPr id="5" name="Footer Placeholder 4"/>
          <p:cNvSpPr>
            <a:spLocks noGrp="1"/>
          </p:cNvSpPr>
          <p:nvPr>
            <p:ph type="ftr" sz="quarter" idx="15"/>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16"/>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3712117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_Gray">
    <p:bg>
      <p:bgPr>
        <a:solidFill>
          <a:schemeClr val="bg1">
            <a:lumMod val="65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3" hasCustomPrompt="1"/>
          </p:nvPr>
        </p:nvSpPr>
        <p:spPr>
          <a:xfrm>
            <a:off x="467360" y="1839278"/>
            <a:ext cx="8229600" cy="1462722"/>
          </a:xfrm>
        </p:spPr>
        <p:txBody>
          <a:bodyPr anchor="ctr">
            <a:noAutofit/>
          </a:bodyPr>
          <a:lstStyle>
            <a:lvl1pPr marL="0" indent="0" algn="ctr">
              <a:buNone/>
              <a:defRPr sz="3600" baseline="0">
                <a:solidFill>
                  <a:schemeClr val="bg1"/>
                </a:solidFill>
              </a:defRPr>
            </a:lvl1pPr>
          </a:lstStyle>
          <a:p>
            <a:pPr lvl="0"/>
            <a:r>
              <a:rPr lang="en-US" dirty="0"/>
              <a:t>Click to add section header</a:t>
            </a:r>
          </a:p>
        </p:txBody>
      </p:sp>
      <p:sp>
        <p:nvSpPr>
          <p:cNvPr id="4" name="TextBox 3"/>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2" name="Date Placeholder 1"/>
          <p:cNvSpPr>
            <a:spLocks noGrp="1"/>
          </p:cNvSpPr>
          <p:nvPr>
            <p:ph type="dt" sz="half" idx="14"/>
          </p:nvPr>
        </p:nvSpPr>
        <p:spPr/>
        <p:txBody>
          <a:bodyPr/>
          <a:lstStyle/>
          <a:p>
            <a:fld id="{518357F6-0510-479E-9626-ED401C3312BA}" type="datetime1">
              <a:rPr lang="en-US" smtClean="0"/>
              <a:t>9/1/25</a:t>
            </a:fld>
            <a:endParaRPr lang="en-US" dirty="0"/>
          </a:p>
        </p:txBody>
      </p:sp>
      <p:sp>
        <p:nvSpPr>
          <p:cNvPr id="5" name="Footer Placeholder 4"/>
          <p:cNvSpPr>
            <a:spLocks noGrp="1"/>
          </p:cNvSpPr>
          <p:nvPr>
            <p:ph type="ftr" sz="quarter" idx="15"/>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16"/>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6336902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EA867B-514B-4F27-82D6-3C76A0181DB0}"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1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1587249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cxnSp>
        <p:nvCxnSpPr>
          <p:cNvPr id="4" name="Straight Connector 3"/>
          <p:cNvCxnSpPr/>
          <p:nvPr userDrawn="1"/>
        </p:nvCxnSpPr>
        <p:spPr>
          <a:xfrm>
            <a:off x="2538518" y="2571750"/>
            <a:ext cx="4057288" cy="0"/>
          </a:xfrm>
          <a:prstGeom prst="line">
            <a:avLst/>
          </a:prstGeom>
          <a:ln w="6350" cmpd="sng">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userDrawn="1"/>
        </p:nvSpPr>
        <p:spPr>
          <a:xfrm>
            <a:off x="1" y="2790066"/>
            <a:ext cx="9144000" cy="400153"/>
          </a:xfrm>
          <a:prstGeom prst="rect">
            <a:avLst/>
          </a:prstGeom>
          <a:noFill/>
        </p:spPr>
        <p:txBody>
          <a:bodyPr wrap="square" rtlCol="0" anchor="ctr">
            <a:noAutofit/>
          </a:bodyPr>
          <a:lstStyle/>
          <a:p>
            <a:pPr algn="ctr"/>
            <a:r>
              <a:rPr lang="en-US" sz="2000" kern="0" spc="70" dirty="0">
                <a:solidFill>
                  <a:schemeClr val="accent1"/>
                </a:solidFill>
              </a:rPr>
              <a:t>jpl.nasa.gov</a:t>
            </a:r>
          </a:p>
        </p:txBody>
      </p:sp>
      <p:pic>
        <p:nvPicPr>
          <p:cNvPr id="6" name="Picture 5"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38518" y="1381408"/>
            <a:ext cx="4057288" cy="1127024"/>
          </a:xfrm>
          <a:prstGeom prst="rect">
            <a:avLst/>
          </a:prstGeom>
        </p:spPr>
      </p:pic>
      <p:sp>
        <p:nvSpPr>
          <p:cNvPr id="2" name="Date Placeholder 1"/>
          <p:cNvSpPr>
            <a:spLocks noGrp="1"/>
          </p:cNvSpPr>
          <p:nvPr>
            <p:ph type="dt" sz="half" idx="10"/>
          </p:nvPr>
        </p:nvSpPr>
        <p:spPr/>
        <p:txBody>
          <a:bodyPr/>
          <a:lstStyle/>
          <a:p>
            <a:fld id="{4CD6A7BB-C868-4082-9DAC-3FE8412AC8FD}"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7" name="Slide Number Placeholder 6"/>
          <p:cNvSpPr>
            <a:spLocks noGrp="1"/>
          </p:cNvSpPr>
          <p:nvPr>
            <p:ph type="sldNum" sz="quarter" idx="1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25220531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 2">
    <p:spTree>
      <p:nvGrpSpPr>
        <p:cNvPr id="1" name=""/>
        <p:cNvGrpSpPr/>
        <p:nvPr/>
      </p:nvGrpSpPr>
      <p:grpSpPr>
        <a:xfrm>
          <a:off x="0" y="0"/>
          <a:ext cx="0" cy="0"/>
          <a:chOff x="0" y="0"/>
          <a:chExt cx="0" cy="0"/>
        </a:xfrm>
      </p:grpSpPr>
      <p:pic>
        <p:nvPicPr>
          <p:cNvPr id="6" name="Picture 5" descr="Tribrand_ColorBlack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43356" y="2008238"/>
            <a:ext cx="4057288" cy="1127024"/>
          </a:xfrm>
          <a:prstGeom prst="rect">
            <a:avLst/>
          </a:prstGeom>
        </p:spPr>
      </p:pic>
      <p:sp>
        <p:nvSpPr>
          <p:cNvPr id="2" name="Date Placeholder 1"/>
          <p:cNvSpPr>
            <a:spLocks noGrp="1"/>
          </p:cNvSpPr>
          <p:nvPr>
            <p:ph type="dt" sz="half" idx="10"/>
          </p:nvPr>
        </p:nvSpPr>
        <p:spPr/>
        <p:txBody>
          <a:bodyPr/>
          <a:lstStyle/>
          <a:p>
            <a:fld id="{1D2A090E-3817-4555-91F3-FAFE914C4AAA}"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12"/>
          </p:nvPr>
        </p:nvSpPr>
        <p:spPr/>
        <p:txBody>
          <a:body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14179670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_No Image">
    <p:spTree>
      <p:nvGrpSpPr>
        <p:cNvPr id="1" name=""/>
        <p:cNvGrpSpPr/>
        <p:nvPr/>
      </p:nvGrpSpPr>
      <p:grpSpPr>
        <a:xfrm>
          <a:off x="0" y="0"/>
          <a:ext cx="0" cy="0"/>
          <a:chOff x="0" y="0"/>
          <a:chExt cx="0" cy="0"/>
        </a:xfrm>
      </p:grpSpPr>
      <p:sp>
        <p:nvSpPr>
          <p:cNvPr id="22" name="Text Placeholder 21"/>
          <p:cNvSpPr>
            <a:spLocks noGrp="1"/>
          </p:cNvSpPr>
          <p:nvPr>
            <p:ph type="body" sz="quarter" idx="15" hasCustomPrompt="1"/>
          </p:nvPr>
        </p:nvSpPr>
        <p:spPr>
          <a:xfrm>
            <a:off x="925513" y="1956377"/>
            <a:ext cx="7483464" cy="294801"/>
          </a:xfrm>
        </p:spPr>
        <p:txBody>
          <a:bodyPr>
            <a:noAutofit/>
          </a:bodyPr>
          <a:lstStyle>
            <a:lvl1pPr marL="0" indent="0">
              <a:buNone/>
              <a:defRPr sz="1400" baseline="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a Theme, Project or Mission Name (optional)</a:t>
            </a:r>
          </a:p>
        </p:txBody>
      </p:sp>
      <p:sp>
        <p:nvSpPr>
          <p:cNvPr id="24" name="Text Placeholder 21"/>
          <p:cNvSpPr>
            <a:spLocks noGrp="1"/>
          </p:cNvSpPr>
          <p:nvPr>
            <p:ph type="body" sz="quarter" idx="16" hasCustomPrompt="1"/>
          </p:nvPr>
        </p:nvSpPr>
        <p:spPr>
          <a:xfrm>
            <a:off x="915352" y="2251179"/>
            <a:ext cx="7493625" cy="419202"/>
          </a:xfrm>
        </p:spPr>
        <p:txBody>
          <a:bodyPr>
            <a:noAutofit/>
          </a:bodyPr>
          <a:lstStyle>
            <a:lvl1pPr marL="0" indent="0">
              <a:buNone/>
              <a:defRPr sz="2400" b="1"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Presentation Title</a:t>
            </a:r>
          </a:p>
        </p:txBody>
      </p:sp>
      <p:sp>
        <p:nvSpPr>
          <p:cNvPr id="25" name="Text Placeholder 21"/>
          <p:cNvSpPr>
            <a:spLocks noGrp="1"/>
          </p:cNvSpPr>
          <p:nvPr>
            <p:ph type="body" sz="quarter" idx="17" hasCustomPrompt="1"/>
          </p:nvPr>
        </p:nvSpPr>
        <p:spPr>
          <a:xfrm>
            <a:off x="925512" y="2668678"/>
            <a:ext cx="7483465" cy="826362"/>
          </a:xfrm>
        </p:spPr>
        <p:txBody>
          <a:bodyPr>
            <a:noAutofit/>
          </a:bodyPr>
          <a:lstStyle>
            <a:lvl1pPr marL="0" indent="0">
              <a:buNone/>
              <a:defRPr sz="2000" b="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a Presentation Subtitle</a:t>
            </a:r>
          </a:p>
        </p:txBody>
      </p:sp>
      <p:sp>
        <p:nvSpPr>
          <p:cNvPr id="26" name="Text Placeholder 21"/>
          <p:cNvSpPr>
            <a:spLocks noGrp="1"/>
          </p:cNvSpPr>
          <p:nvPr>
            <p:ph type="body" sz="quarter" idx="18" hasCustomPrompt="1"/>
          </p:nvPr>
        </p:nvSpPr>
        <p:spPr>
          <a:xfrm>
            <a:off x="915352" y="4246880"/>
            <a:ext cx="7493625" cy="497840"/>
          </a:xfrm>
        </p:spPr>
        <p:txBody>
          <a:bodyPr anchor="b">
            <a:noAutofit/>
          </a:bodyPr>
          <a:lstStyle>
            <a:lvl1pPr marL="0" indent="0">
              <a:buNone/>
              <a:defRPr sz="1000" b="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Presented by, Job Title, Date, etc.</a:t>
            </a:r>
          </a:p>
        </p:txBody>
      </p:sp>
      <p:pic>
        <p:nvPicPr>
          <p:cNvPr id="8" name="Picture 7"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1239" y="1184382"/>
            <a:ext cx="2913350" cy="809264"/>
          </a:xfrm>
          <a:prstGeom prst="rect">
            <a:avLst/>
          </a:prstGeom>
        </p:spPr>
      </p:pic>
      <p:sp>
        <p:nvSpPr>
          <p:cNvPr id="3" name="Footer Placeholder 2"/>
          <p:cNvSpPr>
            <a:spLocks noGrp="1"/>
          </p:cNvSpPr>
          <p:nvPr>
            <p:ph type="ftr" sz="quarter" idx="20"/>
          </p:nvPr>
        </p:nvSpPr>
        <p:spPr>
          <a:xfrm>
            <a:off x="915351" y="4802823"/>
            <a:ext cx="7493625" cy="274637"/>
          </a:xfrm>
        </p:spPr>
        <p:txBody>
          <a:bodyPr/>
          <a:lstStyle>
            <a:lvl1pPr algn="l">
              <a:defRPr/>
            </a:lvl1pPr>
          </a:lstStyle>
          <a:p>
            <a:r>
              <a:rPr lang="en-US"/>
              <a:t>For required markings, please visit https://mh.jpl.nasa.gov</a:t>
            </a:r>
            <a:endParaRPr lang="en-US" dirty="0"/>
          </a:p>
        </p:txBody>
      </p:sp>
    </p:spTree>
    <p:extLst>
      <p:ext uri="{BB962C8B-B14F-4D97-AF65-F5344CB8AC3E}">
        <p14:creationId xmlns:p14="http://schemas.microsoft.com/office/powerpoint/2010/main" val="6809551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_Sq Image">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5687785" y="508000"/>
            <a:ext cx="3347357" cy="826391"/>
          </a:xfrm>
        </p:spPr>
        <p:txBody>
          <a:bodyPr anchor="b">
            <a:noAutofit/>
          </a:bodyPr>
          <a:lstStyle>
            <a:lvl1pPr marL="0" indent="0" algn="ctr">
              <a:buNone/>
              <a:defRPr sz="1400">
                <a:solidFill>
                  <a:schemeClr val="accent1"/>
                </a:solidFill>
                <a:latin typeface="+mj-lt"/>
              </a:defRPr>
            </a:lvl1pPr>
            <a:lvl2pPr marL="457200" indent="0" algn="ctr">
              <a:buNone/>
              <a:defRPr sz="1400">
                <a:solidFill>
                  <a:schemeClr val="accent1"/>
                </a:solidFill>
              </a:defRPr>
            </a:lvl2pPr>
            <a:lvl3pPr marL="914400" indent="0" algn="ctr">
              <a:buNone/>
              <a:defRPr sz="1400">
                <a:solidFill>
                  <a:schemeClr val="accent1"/>
                </a:solidFill>
              </a:defRPr>
            </a:lvl3pPr>
            <a:lvl4pPr marL="1371600" indent="0" algn="ctr">
              <a:buNone/>
              <a:defRPr sz="1400">
                <a:solidFill>
                  <a:schemeClr val="accent1"/>
                </a:solidFill>
              </a:defRPr>
            </a:lvl4pPr>
            <a:lvl5pPr marL="1828800" indent="0" algn="ctr">
              <a:buNone/>
              <a:defRPr sz="1400">
                <a:solidFill>
                  <a:schemeClr val="accent1"/>
                </a:solidFill>
              </a:defRPr>
            </a:lvl5pPr>
          </a:lstStyle>
          <a:p>
            <a:pPr lvl="0"/>
            <a:r>
              <a:rPr lang="en-US" dirty="0"/>
              <a:t>Click to Add a Theme, Project or Mission Name (optional)</a:t>
            </a:r>
          </a:p>
        </p:txBody>
      </p:sp>
      <p:sp>
        <p:nvSpPr>
          <p:cNvPr id="15" name="Text Placeholder 13"/>
          <p:cNvSpPr>
            <a:spLocks noGrp="1"/>
          </p:cNvSpPr>
          <p:nvPr>
            <p:ph type="body" sz="quarter" idx="11" hasCustomPrompt="1"/>
          </p:nvPr>
        </p:nvSpPr>
        <p:spPr>
          <a:xfrm>
            <a:off x="5687785" y="1354711"/>
            <a:ext cx="3347357" cy="728089"/>
          </a:xfrm>
        </p:spPr>
        <p:txBody>
          <a:bodyPr anchor="t">
            <a:noAutofit/>
          </a:bodyPr>
          <a:lstStyle>
            <a:lvl1pPr marL="0" indent="0" algn="ctr">
              <a:buNone/>
              <a:defRPr sz="2200" b="1" baseline="0">
                <a:solidFill>
                  <a:srgbClr val="FFFFFF"/>
                </a:solidFill>
                <a:latin typeface="+mj-lt"/>
              </a:defRPr>
            </a:lvl1pPr>
            <a:lvl2pPr marL="457200" indent="0" algn="ctr">
              <a:buNone/>
              <a:defRPr sz="1400">
                <a:solidFill>
                  <a:schemeClr val="accent1"/>
                </a:solidFill>
              </a:defRPr>
            </a:lvl2pPr>
            <a:lvl3pPr marL="914400" indent="0" algn="ctr">
              <a:buNone/>
              <a:defRPr sz="1400">
                <a:solidFill>
                  <a:schemeClr val="accent1"/>
                </a:solidFill>
              </a:defRPr>
            </a:lvl3pPr>
            <a:lvl4pPr marL="1371600" indent="0" algn="ctr">
              <a:buNone/>
              <a:defRPr sz="1400">
                <a:solidFill>
                  <a:schemeClr val="accent1"/>
                </a:solidFill>
              </a:defRPr>
            </a:lvl4pPr>
            <a:lvl5pPr marL="1828800" indent="0" algn="ctr">
              <a:buNone/>
              <a:defRPr sz="1400">
                <a:solidFill>
                  <a:schemeClr val="accent1"/>
                </a:solidFill>
              </a:defRPr>
            </a:lvl5pPr>
          </a:lstStyle>
          <a:p>
            <a:pPr lvl="0"/>
            <a:r>
              <a:rPr lang="en-US" dirty="0"/>
              <a:t>Click to Edit Presentation Title</a:t>
            </a:r>
          </a:p>
        </p:txBody>
      </p:sp>
      <p:sp>
        <p:nvSpPr>
          <p:cNvPr id="19" name="Picture Placeholder 18"/>
          <p:cNvSpPr>
            <a:spLocks noGrp="1"/>
          </p:cNvSpPr>
          <p:nvPr>
            <p:ph type="pic" sz="quarter" idx="14"/>
          </p:nvPr>
        </p:nvSpPr>
        <p:spPr>
          <a:xfrm>
            <a:off x="0" y="0"/>
            <a:ext cx="5546725" cy="5143500"/>
          </a:xfrm>
        </p:spPr>
        <p:txBody>
          <a:bodyPr anchor="ctr">
            <a:noAutofit/>
          </a:bodyPr>
          <a:lstStyle>
            <a:lvl1pPr marL="0" indent="0" algn="ctr">
              <a:buNone/>
              <a:defRPr sz="1400"/>
            </a:lvl1pPr>
          </a:lstStyle>
          <a:p>
            <a:r>
              <a:rPr lang="en-US" dirty="0"/>
              <a:t>Drag picture to placeholder or click icon to add</a:t>
            </a:r>
          </a:p>
        </p:txBody>
      </p:sp>
      <p:sp>
        <p:nvSpPr>
          <p:cNvPr id="26" name="Text Placeholder 13"/>
          <p:cNvSpPr>
            <a:spLocks noGrp="1"/>
          </p:cNvSpPr>
          <p:nvPr>
            <p:ph type="body" sz="quarter" idx="15" hasCustomPrompt="1"/>
          </p:nvPr>
        </p:nvSpPr>
        <p:spPr>
          <a:xfrm>
            <a:off x="5687785" y="2164080"/>
            <a:ext cx="3347357" cy="833120"/>
          </a:xfrm>
        </p:spPr>
        <p:txBody>
          <a:bodyPr anchor="t">
            <a:noAutofit/>
          </a:bodyPr>
          <a:lstStyle>
            <a:lvl1pPr marL="0" indent="0" algn="ctr">
              <a:buNone/>
              <a:defRPr sz="1000" baseline="0">
                <a:solidFill>
                  <a:srgbClr val="FFFFFF"/>
                </a:solidFill>
                <a:latin typeface="+mj-lt"/>
              </a:defRPr>
            </a:lvl1pPr>
            <a:lvl2pPr marL="457200" indent="0" algn="ctr">
              <a:buNone/>
              <a:defRPr sz="1400">
                <a:solidFill>
                  <a:schemeClr val="accent1"/>
                </a:solidFill>
              </a:defRPr>
            </a:lvl2pPr>
            <a:lvl3pPr marL="914400" indent="0" algn="ctr">
              <a:buNone/>
              <a:defRPr sz="1400">
                <a:solidFill>
                  <a:schemeClr val="accent1"/>
                </a:solidFill>
              </a:defRPr>
            </a:lvl3pPr>
            <a:lvl4pPr marL="1371600" indent="0" algn="ctr">
              <a:buNone/>
              <a:defRPr sz="1400">
                <a:solidFill>
                  <a:schemeClr val="accent1"/>
                </a:solidFill>
              </a:defRPr>
            </a:lvl4pPr>
            <a:lvl5pPr marL="1828800" indent="0" algn="ctr">
              <a:buNone/>
              <a:defRPr sz="1400">
                <a:solidFill>
                  <a:schemeClr val="accent1"/>
                </a:solidFill>
              </a:defRPr>
            </a:lvl5pPr>
          </a:lstStyle>
          <a:p>
            <a:pPr lvl="0"/>
            <a:r>
              <a:rPr lang="en-US" dirty="0"/>
              <a:t>Presented by, Job Title, Date, etc.</a:t>
            </a:r>
          </a:p>
        </p:txBody>
      </p:sp>
      <p:pic>
        <p:nvPicPr>
          <p:cNvPr id="8" name="Picture 7"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78534" y="3921596"/>
            <a:ext cx="2913350" cy="809264"/>
          </a:xfrm>
          <a:prstGeom prst="rect">
            <a:avLst/>
          </a:prstGeom>
        </p:spPr>
      </p:pic>
      <p:sp>
        <p:nvSpPr>
          <p:cNvPr id="3" name="Footer Placeholder 2"/>
          <p:cNvSpPr>
            <a:spLocks noGrp="1"/>
          </p:cNvSpPr>
          <p:nvPr>
            <p:ph type="ftr" sz="quarter" idx="17"/>
          </p:nvPr>
        </p:nvSpPr>
        <p:spPr>
          <a:xfrm>
            <a:off x="5687784" y="4802823"/>
            <a:ext cx="3347357" cy="274637"/>
          </a:xfrm>
        </p:spPr>
        <p:txBody>
          <a:bodyPr/>
          <a:lstStyle/>
          <a:p>
            <a:r>
              <a:rPr lang="en-US"/>
              <a:t>For required markings, please visit https://mh.jpl.nasa.gov</a:t>
            </a:r>
            <a:endParaRPr lang="en-US" dirty="0"/>
          </a:p>
        </p:txBody>
      </p:sp>
    </p:spTree>
    <p:extLst>
      <p:ext uri="{BB962C8B-B14F-4D97-AF65-F5344CB8AC3E}">
        <p14:creationId xmlns:p14="http://schemas.microsoft.com/office/powerpoint/2010/main" val="36427032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_Horz Image">
    <p:spTree>
      <p:nvGrpSpPr>
        <p:cNvPr id="1" name=""/>
        <p:cNvGrpSpPr/>
        <p:nvPr/>
      </p:nvGrpSpPr>
      <p:grpSpPr>
        <a:xfrm>
          <a:off x="0" y="0"/>
          <a:ext cx="0" cy="0"/>
          <a:chOff x="0" y="0"/>
          <a:chExt cx="0" cy="0"/>
        </a:xfrm>
      </p:grpSpPr>
      <p:sp>
        <p:nvSpPr>
          <p:cNvPr id="8" name="Picture Placeholder 18"/>
          <p:cNvSpPr>
            <a:spLocks noGrp="1"/>
          </p:cNvSpPr>
          <p:nvPr>
            <p:ph type="pic" sz="quarter" idx="14"/>
          </p:nvPr>
        </p:nvSpPr>
        <p:spPr>
          <a:xfrm>
            <a:off x="0" y="0"/>
            <a:ext cx="9144000" cy="3417503"/>
          </a:xfrm>
        </p:spPr>
        <p:txBody>
          <a:bodyPr anchor="ctr">
            <a:noAutofit/>
          </a:bodyPr>
          <a:lstStyle>
            <a:lvl1pPr marL="0" marR="0" indent="0" algn="ctr" defTabSz="457200" rtl="0" eaLnBrk="1" fontAlgn="auto" latinLnBrk="0" hangingPunct="1">
              <a:lnSpc>
                <a:spcPct val="100000"/>
              </a:lnSpc>
              <a:spcBef>
                <a:spcPct val="20000"/>
              </a:spcBef>
              <a:spcAft>
                <a:spcPts val="0"/>
              </a:spcAft>
              <a:buClr>
                <a:schemeClr val="bg1">
                  <a:lumMod val="50000"/>
                </a:schemeClr>
              </a:buClr>
              <a:buSzTx/>
              <a:buFont typeface="Arial"/>
              <a:buNone/>
              <a:tabLst/>
              <a:defRPr sz="1400"/>
            </a:lvl1pPr>
          </a:lstStyle>
          <a:p>
            <a:r>
              <a:rPr lang="en-US" dirty="0"/>
              <a:t>Drag picture to placeholder or click icon to add</a:t>
            </a:r>
          </a:p>
        </p:txBody>
      </p:sp>
      <p:sp>
        <p:nvSpPr>
          <p:cNvPr id="14" name="Text Placeholder 13"/>
          <p:cNvSpPr>
            <a:spLocks noGrp="1"/>
          </p:cNvSpPr>
          <p:nvPr>
            <p:ph type="body" sz="quarter" idx="16" hasCustomPrompt="1"/>
          </p:nvPr>
        </p:nvSpPr>
        <p:spPr>
          <a:xfrm>
            <a:off x="369198" y="3773210"/>
            <a:ext cx="7139042" cy="430183"/>
          </a:xfrm>
        </p:spPr>
        <p:txBody>
          <a:bodyPr>
            <a:noAutofit/>
          </a:bodyPr>
          <a:lstStyle>
            <a:lvl1pPr marL="0" indent="0">
              <a:buNone/>
              <a:defRPr sz="2200" b="1">
                <a:latin typeface="+mj-lt"/>
              </a:defRPr>
            </a:lvl1pPr>
            <a:lvl2pPr marL="457200" indent="0">
              <a:buNone/>
              <a:defRPr sz="2200" b="1">
                <a:latin typeface="+mj-lt"/>
              </a:defRPr>
            </a:lvl2pPr>
            <a:lvl3pPr marL="914400" indent="0">
              <a:buNone/>
              <a:defRPr sz="2200" b="1">
                <a:latin typeface="+mj-lt"/>
              </a:defRPr>
            </a:lvl3pPr>
            <a:lvl4pPr marL="1371600" indent="0">
              <a:buNone/>
              <a:defRPr sz="2200" b="1">
                <a:latin typeface="+mj-lt"/>
              </a:defRPr>
            </a:lvl4pPr>
            <a:lvl5pPr marL="1828800" indent="0">
              <a:buNone/>
              <a:defRPr sz="2200" b="1">
                <a:latin typeface="+mj-lt"/>
              </a:defRPr>
            </a:lvl5pPr>
          </a:lstStyle>
          <a:p>
            <a:pPr lvl="0"/>
            <a:r>
              <a:rPr lang="en-US" dirty="0"/>
              <a:t>Click to Edit Presentation Title</a:t>
            </a:r>
          </a:p>
        </p:txBody>
      </p:sp>
      <p:sp>
        <p:nvSpPr>
          <p:cNvPr id="17" name="Text Placeholder 16"/>
          <p:cNvSpPr>
            <a:spLocks noGrp="1"/>
          </p:cNvSpPr>
          <p:nvPr>
            <p:ph type="body" sz="quarter" idx="17" hasCustomPrompt="1"/>
          </p:nvPr>
        </p:nvSpPr>
        <p:spPr>
          <a:xfrm>
            <a:off x="369198" y="4479716"/>
            <a:ext cx="5605049" cy="355600"/>
          </a:xfrm>
        </p:spPr>
        <p:txBody>
          <a:bodyPr anchor="b">
            <a:noAutofit/>
          </a:bodyPr>
          <a:lstStyle>
            <a:lvl1pPr marL="0" indent="0">
              <a:buNone/>
              <a:defRPr sz="1000" baseline="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Presented by, Job Title, Date, etc.</a:t>
            </a:r>
          </a:p>
        </p:txBody>
      </p:sp>
      <p:sp>
        <p:nvSpPr>
          <p:cNvPr id="21" name="Text Placeholder 20"/>
          <p:cNvSpPr>
            <a:spLocks noGrp="1"/>
          </p:cNvSpPr>
          <p:nvPr>
            <p:ph type="body" sz="quarter" idx="19" hasCustomPrompt="1"/>
          </p:nvPr>
        </p:nvSpPr>
        <p:spPr>
          <a:xfrm>
            <a:off x="369196" y="3488175"/>
            <a:ext cx="7139043" cy="285035"/>
          </a:xfrm>
        </p:spPr>
        <p:txBody>
          <a:bodyPr>
            <a:noAutofit/>
          </a:bodyPr>
          <a:lstStyle>
            <a:lvl1pPr marL="0" indent="0">
              <a:buNone/>
              <a:defRPr sz="1400">
                <a:solidFill>
                  <a:schemeClr val="accent1"/>
                </a:solidFill>
              </a:defRPr>
            </a:lvl1pPr>
            <a:lvl2pPr marL="457200" indent="0">
              <a:buNone/>
              <a:defRPr sz="1400">
                <a:solidFill>
                  <a:schemeClr val="accent1"/>
                </a:solidFill>
              </a:defRPr>
            </a:lvl2pPr>
            <a:lvl3pPr marL="914400" indent="0">
              <a:buNone/>
              <a:defRPr sz="1400">
                <a:solidFill>
                  <a:schemeClr val="accent1"/>
                </a:solidFill>
              </a:defRPr>
            </a:lvl3pPr>
            <a:lvl4pPr marL="1371600" indent="0">
              <a:buNone/>
              <a:defRPr sz="1400">
                <a:solidFill>
                  <a:schemeClr val="accent1"/>
                </a:solidFill>
              </a:defRPr>
            </a:lvl4pPr>
            <a:lvl5pPr marL="1828800" indent="0">
              <a:buNone/>
              <a:defRPr sz="1400">
                <a:solidFill>
                  <a:schemeClr val="accent1"/>
                </a:solidFill>
              </a:defRPr>
            </a:lvl5pPr>
          </a:lstStyle>
          <a:p>
            <a:pPr lvl="0"/>
            <a:r>
              <a:rPr lang="en-US" dirty="0"/>
              <a:t>Click to Add a Theme, Project or Mission Name (optional)</a:t>
            </a:r>
          </a:p>
        </p:txBody>
      </p:sp>
      <p:pic>
        <p:nvPicPr>
          <p:cNvPr id="9" name="Picture 8"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74246" y="4219781"/>
            <a:ext cx="2913350" cy="809264"/>
          </a:xfrm>
          <a:prstGeom prst="rect">
            <a:avLst/>
          </a:prstGeom>
        </p:spPr>
      </p:pic>
      <p:sp>
        <p:nvSpPr>
          <p:cNvPr id="3" name="Footer Placeholder 2"/>
          <p:cNvSpPr>
            <a:spLocks noGrp="1"/>
          </p:cNvSpPr>
          <p:nvPr>
            <p:ph type="ftr" sz="quarter" idx="21"/>
          </p:nvPr>
        </p:nvSpPr>
        <p:spPr>
          <a:xfrm>
            <a:off x="369198" y="4802823"/>
            <a:ext cx="5605049" cy="274637"/>
          </a:xfrm>
        </p:spPr>
        <p:txBody>
          <a:bodyPr/>
          <a:lstStyle>
            <a:lvl1pPr algn="l">
              <a:defRPr/>
            </a:lvl1pPr>
          </a:lstStyle>
          <a:p>
            <a:r>
              <a:rPr lang="en-US"/>
              <a:t>For required markings, please visit https://mh.jpl.nasa.gov</a:t>
            </a:r>
            <a:endParaRPr lang="en-US" dirty="0"/>
          </a:p>
        </p:txBody>
      </p:sp>
    </p:spTree>
    <p:extLst>
      <p:ext uri="{BB962C8B-B14F-4D97-AF65-F5344CB8AC3E}">
        <p14:creationId xmlns:p14="http://schemas.microsoft.com/office/powerpoint/2010/main" val="11202921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0" name="Content Placeholder 2"/>
          <p:cNvSpPr>
            <a:spLocks noGrp="1"/>
          </p:cNvSpPr>
          <p:nvPr>
            <p:ph sz="quarter" idx="19"/>
          </p:nvPr>
        </p:nvSpPr>
        <p:spPr>
          <a:xfrm>
            <a:off x="1412240" y="1602106"/>
            <a:ext cx="6319520" cy="27193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20"/>
          </p:nvPr>
        </p:nvSpPr>
        <p:spPr/>
        <p:txBody>
          <a:bodyPr/>
          <a:lstStyle/>
          <a:p>
            <a:fld id="{8C27A7D9-79A5-4F31-811A-2700B483370C}" type="datetime1">
              <a:rPr lang="en-US" smtClean="0"/>
              <a:t>9/1/25</a:t>
            </a:fld>
            <a:endParaRPr lang="en-US" dirty="0"/>
          </a:p>
        </p:txBody>
      </p:sp>
      <p:sp>
        <p:nvSpPr>
          <p:cNvPr id="3" name="Footer Placeholder 2"/>
          <p:cNvSpPr>
            <a:spLocks noGrp="1"/>
          </p:cNvSpPr>
          <p:nvPr>
            <p:ph type="ftr" sz="quarter" idx="21"/>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2"/>
          </p:nvPr>
        </p:nvSpPr>
        <p:spPr/>
        <p:txBody>
          <a:bodyPr/>
          <a:lstStyle/>
          <a:p>
            <a:fld id="{8C68ADBD-3616-4318-B5FF-7C1BB362CA5A}" type="slidenum">
              <a:rPr lang="en-US" smtClean="0"/>
              <a:pPr/>
              <a:t>‹#›</a:t>
            </a:fld>
            <a:endParaRPr lang="en-US" dirty="0"/>
          </a:p>
        </p:txBody>
      </p:sp>
      <p:sp>
        <p:nvSpPr>
          <p:cNvPr id="9" name="TextBox 8"/>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3915323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noAutofit/>
          </a:bodyPr>
          <a:lstStyle/>
          <a:p>
            <a:r>
              <a:rPr lang="en-US"/>
              <a:t>Click to edit Master title style</a:t>
            </a:r>
          </a:p>
        </p:txBody>
      </p:sp>
      <p:sp>
        <p:nvSpPr>
          <p:cNvPr id="2" name="Date Placeholder 1"/>
          <p:cNvSpPr>
            <a:spLocks noGrp="1"/>
          </p:cNvSpPr>
          <p:nvPr>
            <p:ph type="dt" sz="half" idx="18"/>
          </p:nvPr>
        </p:nvSpPr>
        <p:spPr/>
        <p:txBody>
          <a:bodyPr/>
          <a:lstStyle/>
          <a:p>
            <a:fld id="{4DFFDBDF-FD53-4339-9B2B-8D4083A87E6A}" type="datetime1">
              <a:rPr lang="en-US" smtClean="0"/>
              <a:t>9/1/25</a:t>
            </a:fld>
            <a:endParaRPr lang="en-US" dirty="0"/>
          </a:p>
        </p:txBody>
      </p:sp>
      <p:sp>
        <p:nvSpPr>
          <p:cNvPr id="3" name="Footer Placeholder 2"/>
          <p:cNvSpPr>
            <a:spLocks noGrp="1"/>
          </p:cNvSpPr>
          <p:nvPr>
            <p:ph type="ftr" sz="quarter" idx="19"/>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0"/>
          </p:nvPr>
        </p:nvSpPr>
        <p:spPr/>
        <p:txBody>
          <a:bodyPr/>
          <a:lstStyle/>
          <a:p>
            <a:fld id="{275C533D-D968-4A70-91E2-44C7FEDAA0E0}" type="slidenum">
              <a:rPr lang="en-US" smtClean="0"/>
              <a:pPr/>
              <a:t>‹#›</a:t>
            </a:fld>
            <a:endParaRPr lang="en-US" dirty="0"/>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4167874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noAutofit/>
          </a:bodyPr>
          <a:lstStyle/>
          <a:p>
            <a:r>
              <a:rPr lang="en-US"/>
              <a:t>Click to edit Master title style</a:t>
            </a:r>
          </a:p>
        </p:txBody>
      </p:sp>
      <p:sp>
        <p:nvSpPr>
          <p:cNvPr id="13" name="Content Placeholder 2"/>
          <p:cNvSpPr>
            <a:spLocks noGrp="1"/>
          </p:cNvSpPr>
          <p:nvPr>
            <p:ph sz="quarter" idx="19"/>
          </p:nvPr>
        </p:nvSpPr>
        <p:spPr>
          <a:xfrm>
            <a:off x="1412240" y="1602106"/>
            <a:ext cx="6319520" cy="27193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20"/>
          </p:nvPr>
        </p:nvSpPr>
        <p:spPr/>
        <p:txBody>
          <a:bodyPr/>
          <a:lstStyle/>
          <a:p>
            <a:fld id="{FF51E6BA-1B59-444E-9924-1C6BFE86556B}" type="datetime1">
              <a:rPr lang="en-US" smtClean="0"/>
              <a:t>9/1/25</a:t>
            </a:fld>
            <a:endParaRPr lang="en-US" dirty="0"/>
          </a:p>
        </p:txBody>
      </p:sp>
      <p:sp>
        <p:nvSpPr>
          <p:cNvPr id="3" name="Footer Placeholder 2"/>
          <p:cNvSpPr>
            <a:spLocks noGrp="1"/>
          </p:cNvSpPr>
          <p:nvPr>
            <p:ph type="ftr" sz="quarter" idx="21"/>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2"/>
          </p:nvPr>
        </p:nvSpPr>
        <p:spPr/>
        <p:txBody>
          <a:bodyPr/>
          <a:lstStyle/>
          <a:p>
            <a:fld id="{F9DDD08E-B43C-483A-B1DD-9BEB0BDDDDA3}" type="slidenum">
              <a:rPr lang="en-US" smtClean="0"/>
              <a:pPr/>
              <a:t>‹#›</a:t>
            </a:fld>
            <a:endParaRPr lang="en-US" dirty="0"/>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24316584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6"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9" name="Title 8"/>
          <p:cNvSpPr>
            <a:spLocks noGrp="1"/>
          </p:cNvSpPr>
          <p:nvPr>
            <p:ph type="title"/>
          </p:nvPr>
        </p:nvSpPr>
        <p:spPr/>
        <p:txBody>
          <a:bodyPr/>
          <a:lstStyle/>
          <a:p>
            <a:r>
              <a:rPr lang="en-US" dirty="0"/>
              <a:t>Click to edit Master title style</a:t>
            </a:r>
          </a:p>
        </p:txBody>
      </p:sp>
      <p:sp>
        <p:nvSpPr>
          <p:cNvPr id="2" name="Date Placeholder 1"/>
          <p:cNvSpPr>
            <a:spLocks noGrp="1"/>
          </p:cNvSpPr>
          <p:nvPr>
            <p:ph type="dt" sz="half" idx="18"/>
          </p:nvPr>
        </p:nvSpPr>
        <p:spPr/>
        <p:txBody>
          <a:bodyPr/>
          <a:lstStyle/>
          <a:p>
            <a:fld id="{EAEFA50C-A13C-4DCE-AFB3-2B7442276FB3}" type="datetime1">
              <a:rPr lang="en-US" smtClean="0"/>
              <a:t>9/1/25</a:t>
            </a:fld>
            <a:endParaRPr lang="en-US" dirty="0"/>
          </a:p>
        </p:txBody>
      </p:sp>
      <p:sp>
        <p:nvSpPr>
          <p:cNvPr id="3" name="Footer Placeholder 2"/>
          <p:cNvSpPr>
            <a:spLocks noGrp="1"/>
          </p:cNvSpPr>
          <p:nvPr>
            <p:ph type="ftr" sz="quarter" idx="19"/>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0"/>
          </p:nvPr>
        </p:nvSpPr>
        <p:spPr/>
        <p:txBody>
          <a:bodyPr/>
          <a:lstStyle/>
          <a:p>
            <a:fld id="{C20F9084-C4B8-47CC-A340-731237DBDB58}" type="slidenum">
              <a:rPr lang="en-US" smtClean="0"/>
              <a:pPr/>
              <a:t>‹#›</a:t>
            </a:fld>
            <a:endParaRPr lang="en-US" dirty="0"/>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2359573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Content Placeholder 2"/>
          <p:cNvSpPr>
            <a:spLocks noGrp="1"/>
          </p:cNvSpPr>
          <p:nvPr>
            <p:ph sz="quarter" idx="19"/>
          </p:nvPr>
        </p:nvSpPr>
        <p:spPr>
          <a:xfrm>
            <a:off x="1412240" y="1602106"/>
            <a:ext cx="6319520" cy="27193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20"/>
          </p:nvPr>
        </p:nvSpPr>
        <p:spPr/>
        <p:txBody>
          <a:bodyPr/>
          <a:lstStyle/>
          <a:p>
            <a:fld id="{BA287370-5FF0-4902-B346-9505C44AD782}" type="datetime1">
              <a:rPr lang="en-US" smtClean="0"/>
              <a:t>9/1/25</a:t>
            </a:fld>
            <a:endParaRPr lang="en-US" dirty="0"/>
          </a:p>
        </p:txBody>
      </p:sp>
      <p:sp>
        <p:nvSpPr>
          <p:cNvPr id="3" name="Footer Placeholder 2"/>
          <p:cNvSpPr>
            <a:spLocks noGrp="1"/>
          </p:cNvSpPr>
          <p:nvPr>
            <p:ph type="ftr" sz="quarter" idx="21"/>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2"/>
          </p:nvPr>
        </p:nvSpPr>
        <p:spPr/>
        <p:txBody>
          <a:bodyPr/>
          <a:lstStyle/>
          <a:p>
            <a:fld id="{D53CE28F-B0E6-4C63-A7B8-EB4157A07061}" type="slidenum">
              <a:rPr lang="en-US" smtClean="0"/>
              <a:pPr/>
              <a:t>‹#›</a:t>
            </a:fld>
            <a:endParaRPr lang="en-US" dirty="0"/>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22995813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Content Placeholder 2"/>
          <p:cNvSpPr>
            <a:spLocks noGrp="1"/>
          </p:cNvSpPr>
          <p:nvPr>
            <p:ph sz="quarter" idx="19"/>
          </p:nvPr>
        </p:nvSpPr>
        <p:spPr>
          <a:xfrm>
            <a:off x="254000" y="1598613"/>
            <a:ext cx="4216400" cy="2719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1"/>
          <p:cNvSpPr>
            <a:spLocks noGrp="1"/>
          </p:cNvSpPr>
          <p:nvPr>
            <p:ph sz="quarter" idx="20"/>
          </p:nvPr>
        </p:nvSpPr>
        <p:spPr>
          <a:xfrm>
            <a:off x="4675164" y="1598612"/>
            <a:ext cx="4216400" cy="27193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21"/>
          </p:nvPr>
        </p:nvSpPr>
        <p:spPr/>
        <p:txBody>
          <a:bodyPr/>
          <a:lstStyle/>
          <a:p>
            <a:fld id="{8813C2AF-4676-455E-83CB-EFCE637AA527}" type="datetime1">
              <a:rPr lang="en-US" smtClean="0"/>
              <a:t>9/1/25</a:t>
            </a:fld>
            <a:endParaRPr lang="en-US" dirty="0"/>
          </a:p>
        </p:txBody>
      </p:sp>
      <p:sp>
        <p:nvSpPr>
          <p:cNvPr id="3" name="Footer Placeholder 2"/>
          <p:cNvSpPr>
            <a:spLocks noGrp="1"/>
          </p:cNvSpPr>
          <p:nvPr>
            <p:ph type="ftr" sz="quarter" idx="22"/>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3"/>
          </p:nvPr>
        </p:nvSpPr>
        <p:spPr/>
        <p:txBody>
          <a:bodyPr/>
          <a:lstStyle/>
          <a:p>
            <a:fld id="{6D81F743-FBF4-4AAB-BF1E-09D0097B96F2}" type="slidenum">
              <a:rPr lang="en-US" smtClean="0"/>
              <a:pPr/>
              <a:t>‹#›</a:t>
            </a:fld>
            <a:endParaRPr lang="en-US" dirty="0"/>
          </a:p>
        </p:txBody>
      </p:sp>
      <p:sp>
        <p:nvSpPr>
          <p:cNvPr id="11" name="TextBox 10"/>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7601994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Content Placeholder 2"/>
          <p:cNvSpPr>
            <a:spLocks noGrp="1"/>
          </p:cNvSpPr>
          <p:nvPr>
            <p:ph sz="quarter" idx="19"/>
          </p:nvPr>
        </p:nvSpPr>
        <p:spPr>
          <a:xfrm>
            <a:off x="254000" y="2137092"/>
            <a:ext cx="4216400" cy="238410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1"/>
          <p:cNvSpPr>
            <a:spLocks noGrp="1"/>
          </p:cNvSpPr>
          <p:nvPr>
            <p:ph sz="quarter" idx="20"/>
          </p:nvPr>
        </p:nvSpPr>
        <p:spPr>
          <a:xfrm>
            <a:off x="4675164" y="2137092"/>
            <a:ext cx="4216400" cy="23841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2"/>
          <p:cNvSpPr>
            <a:spLocks noGrp="1"/>
          </p:cNvSpPr>
          <p:nvPr>
            <p:ph type="body" idx="1"/>
          </p:nvPr>
        </p:nvSpPr>
        <p:spPr>
          <a:xfrm>
            <a:off x="254000" y="1497330"/>
            <a:ext cx="4216400"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4"/>
          <p:cNvSpPr>
            <a:spLocks noGrp="1"/>
          </p:cNvSpPr>
          <p:nvPr>
            <p:ph type="body" sz="quarter" idx="3"/>
          </p:nvPr>
        </p:nvSpPr>
        <p:spPr>
          <a:xfrm>
            <a:off x="4675164" y="1497330"/>
            <a:ext cx="4216400"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Date Placeholder 1"/>
          <p:cNvSpPr>
            <a:spLocks noGrp="1"/>
          </p:cNvSpPr>
          <p:nvPr>
            <p:ph type="dt" sz="half" idx="21"/>
          </p:nvPr>
        </p:nvSpPr>
        <p:spPr/>
        <p:txBody>
          <a:bodyPr/>
          <a:lstStyle/>
          <a:p>
            <a:fld id="{22AB4888-AE87-452C-ACA0-2DD465CE82D2}" type="datetime1">
              <a:rPr lang="en-US" smtClean="0"/>
              <a:t>9/1/25</a:t>
            </a:fld>
            <a:endParaRPr lang="en-US" dirty="0"/>
          </a:p>
        </p:txBody>
      </p:sp>
      <p:sp>
        <p:nvSpPr>
          <p:cNvPr id="3" name="Footer Placeholder 2"/>
          <p:cNvSpPr>
            <a:spLocks noGrp="1"/>
          </p:cNvSpPr>
          <p:nvPr>
            <p:ph type="ftr" sz="quarter" idx="22"/>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3"/>
          </p:nvPr>
        </p:nvSpPr>
        <p:spPr/>
        <p:txBody>
          <a:bodyPr/>
          <a:lstStyle/>
          <a:p>
            <a:fld id="{16356448-7EEE-4D0D-AE32-557A2392817F}" type="slidenum">
              <a:rPr lang="en-US" smtClean="0"/>
              <a:pPr/>
              <a:t>‹#›</a:t>
            </a:fld>
            <a:endParaRPr lang="en-US" dirty="0"/>
          </a:p>
        </p:txBody>
      </p:sp>
      <p:sp>
        <p:nvSpPr>
          <p:cNvPr id="17" name="TextBox 16"/>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6882145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21" name="Content Placeholder 2"/>
          <p:cNvSpPr>
            <a:spLocks noGrp="1"/>
          </p:cNvSpPr>
          <p:nvPr>
            <p:ph sz="quarter" idx="19"/>
          </p:nvPr>
        </p:nvSpPr>
        <p:spPr>
          <a:xfrm>
            <a:off x="254000" y="2137092"/>
            <a:ext cx="3211513" cy="2384107"/>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22" name="Text Placeholder 2"/>
          <p:cNvSpPr>
            <a:spLocks noGrp="1"/>
          </p:cNvSpPr>
          <p:nvPr>
            <p:ph type="body" idx="24" hasCustomPrompt="1"/>
          </p:nvPr>
        </p:nvSpPr>
        <p:spPr>
          <a:xfrm>
            <a:off x="254000" y="1497330"/>
            <a:ext cx="3211513" cy="639762"/>
          </a:xfrm>
        </p:spPr>
        <p:txBody>
          <a:bodyPr anchor="b">
            <a:noAutofit/>
          </a:bodyPr>
          <a:lstStyle>
            <a:lvl1pPr marL="0" indent="0">
              <a:buFont typeface="Arial"/>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23" name="Content Placeholder 11"/>
          <p:cNvSpPr>
            <a:spLocks noGrp="1"/>
          </p:cNvSpPr>
          <p:nvPr>
            <p:ph sz="quarter" idx="20"/>
          </p:nvPr>
        </p:nvSpPr>
        <p:spPr>
          <a:xfrm>
            <a:off x="3638844" y="1497329"/>
            <a:ext cx="5129236" cy="3023869"/>
          </a:xfrm>
        </p:spPr>
        <p:txBody>
          <a:bodyPr/>
          <a:lstStyle>
            <a:lvl1pPr>
              <a:defRPr sz="2800"/>
            </a:lvl1pPr>
            <a:lvl2pPr>
              <a:defRPr sz="2400"/>
            </a:lvl2pPr>
            <a:lvl3pPr>
              <a:defRPr sz="2000"/>
            </a:lvl3pPr>
            <a:lvl4pPr>
              <a:defRPr sz="18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p:cNvSpPr>
            <a:spLocks noGrp="1"/>
          </p:cNvSpPr>
          <p:nvPr>
            <p:ph type="dt" sz="half" idx="25"/>
          </p:nvPr>
        </p:nvSpPr>
        <p:spPr/>
        <p:txBody>
          <a:bodyPr/>
          <a:lstStyle/>
          <a:p>
            <a:fld id="{A9C12B0F-F129-4DB1-8648-A5DD68566654}" type="datetime1">
              <a:rPr lang="en-US" smtClean="0"/>
              <a:t>9/1/25</a:t>
            </a:fld>
            <a:endParaRPr lang="en-US" dirty="0"/>
          </a:p>
        </p:txBody>
      </p:sp>
      <p:sp>
        <p:nvSpPr>
          <p:cNvPr id="3" name="Footer Placeholder 2"/>
          <p:cNvSpPr>
            <a:spLocks noGrp="1"/>
          </p:cNvSpPr>
          <p:nvPr>
            <p:ph type="ftr" sz="quarter" idx="26"/>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7"/>
          </p:nvPr>
        </p:nvSpPr>
        <p:spPr/>
        <p:txBody>
          <a:bodyPr/>
          <a:lstStyle/>
          <a:p>
            <a:fld id="{0A79206F-C929-453C-B7BF-19A540401EF1}" type="slidenum">
              <a:rPr lang="en-US" smtClean="0"/>
              <a:pPr/>
              <a:t>‹#›</a:t>
            </a:fld>
            <a:endParaRPr lang="en-US" dirty="0"/>
          </a:p>
        </p:txBody>
      </p:sp>
      <p:sp>
        <p:nvSpPr>
          <p:cNvPr id="13" name="TextBox 12"/>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5931241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13" name="Picture Placeholder 2"/>
          <p:cNvSpPr>
            <a:spLocks noGrp="1"/>
          </p:cNvSpPr>
          <p:nvPr>
            <p:ph type="pic" idx="1"/>
          </p:nvPr>
        </p:nvSpPr>
        <p:spPr>
          <a:xfrm>
            <a:off x="254000" y="1497330"/>
            <a:ext cx="5129236" cy="302386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4" name="Content Placeholder 2"/>
          <p:cNvSpPr>
            <a:spLocks noGrp="1"/>
          </p:cNvSpPr>
          <p:nvPr>
            <p:ph sz="quarter" idx="19"/>
          </p:nvPr>
        </p:nvSpPr>
        <p:spPr>
          <a:xfrm>
            <a:off x="5556567" y="2137092"/>
            <a:ext cx="3211513" cy="2384107"/>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6" name="Text Placeholder 2"/>
          <p:cNvSpPr>
            <a:spLocks noGrp="1"/>
          </p:cNvSpPr>
          <p:nvPr>
            <p:ph type="body" idx="24" hasCustomPrompt="1"/>
          </p:nvPr>
        </p:nvSpPr>
        <p:spPr>
          <a:xfrm>
            <a:off x="5556567" y="1497330"/>
            <a:ext cx="3211513" cy="639762"/>
          </a:xfrm>
        </p:spPr>
        <p:txBody>
          <a:bodyPr anchor="b">
            <a:noAutofit/>
          </a:bodyPr>
          <a:lstStyle>
            <a:lvl1pPr marL="0" indent="0">
              <a:buFont typeface="Arial"/>
              <a:buNone/>
              <a:defRPr sz="1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title style</a:t>
            </a:r>
          </a:p>
        </p:txBody>
      </p:sp>
      <p:sp>
        <p:nvSpPr>
          <p:cNvPr id="2" name="Date Placeholder 1"/>
          <p:cNvSpPr>
            <a:spLocks noGrp="1"/>
          </p:cNvSpPr>
          <p:nvPr>
            <p:ph type="dt" sz="half" idx="25"/>
          </p:nvPr>
        </p:nvSpPr>
        <p:spPr/>
        <p:txBody>
          <a:bodyPr/>
          <a:lstStyle/>
          <a:p>
            <a:fld id="{EAE7DE20-9D8E-407E-8A33-FA12941AFDC7}" type="datetime1">
              <a:rPr lang="en-US" smtClean="0"/>
              <a:t>9/1/25</a:t>
            </a:fld>
            <a:endParaRPr lang="en-US" dirty="0"/>
          </a:p>
        </p:txBody>
      </p:sp>
      <p:sp>
        <p:nvSpPr>
          <p:cNvPr id="3" name="Footer Placeholder 2"/>
          <p:cNvSpPr>
            <a:spLocks noGrp="1"/>
          </p:cNvSpPr>
          <p:nvPr>
            <p:ph type="ftr" sz="quarter" idx="26"/>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7"/>
          </p:nvPr>
        </p:nvSpPr>
        <p:spPr/>
        <p:txBody>
          <a:bodyPr/>
          <a:lstStyle/>
          <a:p>
            <a:fld id="{7C3E947D-4126-44FB-8EC6-F80A3BAA18D4}" type="slidenum">
              <a:rPr lang="en-US" smtClean="0"/>
              <a:pPr/>
              <a:t>‹#›</a:t>
            </a:fld>
            <a:endParaRPr lang="en-US" dirty="0"/>
          </a:p>
        </p:txBody>
      </p:sp>
      <p:sp>
        <p:nvSpPr>
          <p:cNvPr id="17" name="TextBox 16"/>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32621129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and White Strip">
    <p:spTree>
      <p:nvGrpSpPr>
        <p:cNvPr id="1" name=""/>
        <p:cNvGrpSpPr/>
        <p:nvPr/>
      </p:nvGrpSpPr>
      <p:grpSpPr>
        <a:xfrm>
          <a:off x="0" y="0"/>
          <a:ext cx="0" cy="0"/>
          <a:chOff x="0" y="0"/>
          <a:chExt cx="0" cy="0"/>
        </a:xfrm>
      </p:grpSpPr>
      <p:sp>
        <p:nvSpPr>
          <p:cNvPr id="14" name="Rectangle 13"/>
          <p:cNvSpPr/>
          <p:nvPr userDrawn="1"/>
        </p:nvSpPr>
        <p:spPr>
          <a:xfrm>
            <a:off x="0" y="1161143"/>
            <a:ext cx="9144000" cy="355849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a:p>
        </p:txBody>
      </p:sp>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16"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9" name="Title 8"/>
          <p:cNvSpPr>
            <a:spLocks noGrp="1"/>
          </p:cNvSpPr>
          <p:nvPr>
            <p:ph type="title"/>
          </p:nvPr>
        </p:nvSpPr>
        <p:spPr/>
        <p:txBody>
          <a:bodyPr>
            <a:noAutofit/>
          </a:bodyPr>
          <a:lstStyle/>
          <a:p>
            <a:r>
              <a:rPr lang="en-US"/>
              <a:t>Click to edit Master title style</a:t>
            </a:r>
          </a:p>
        </p:txBody>
      </p:sp>
      <p:sp>
        <p:nvSpPr>
          <p:cNvPr id="2" name="Date Placeholder 1"/>
          <p:cNvSpPr>
            <a:spLocks noGrp="1"/>
          </p:cNvSpPr>
          <p:nvPr>
            <p:ph type="dt" sz="half" idx="18"/>
          </p:nvPr>
        </p:nvSpPr>
        <p:spPr/>
        <p:txBody>
          <a:bodyPr/>
          <a:lstStyle/>
          <a:p>
            <a:fld id="{CCD2BB3B-355B-433D-AA8F-2232AA9A09D8}" type="datetime1">
              <a:rPr lang="en-US" smtClean="0"/>
              <a:t>9/1/25</a:t>
            </a:fld>
            <a:endParaRPr lang="en-US" dirty="0"/>
          </a:p>
        </p:txBody>
      </p:sp>
      <p:sp>
        <p:nvSpPr>
          <p:cNvPr id="3" name="Footer Placeholder 2"/>
          <p:cNvSpPr>
            <a:spLocks noGrp="1"/>
          </p:cNvSpPr>
          <p:nvPr>
            <p:ph type="ftr" sz="quarter" idx="19"/>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0"/>
          </p:nvPr>
        </p:nvSpPr>
        <p:spPr/>
        <p:txBody>
          <a:bodyPr/>
          <a:lstStyle/>
          <a:p>
            <a:fld id="{F45B3F8F-DC85-41EB-9D22-D06541A0ACDE}" type="slidenum">
              <a:rPr lang="en-US" smtClean="0"/>
              <a:pPr/>
              <a:t>‹#›</a:t>
            </a:fld>
            <a:endParaRPr lang="en-US" dirty="0"/>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21903406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ubtitle and Dark Strip">
    <p:spTree>
      <p:nvGrpSpPr>
        <p:cNvPr id="1" name=""/>
        <p:cNvGrpSpPr/>
        <p:nvPr/>
      </p:nvGrpSpPr>
      <p:grpSpPr>
        <a:xfrm>
          <a:off x="0" y="0"/>
          <a:ext cx="0" cy="0"/>
          <a:chOff x="0" y="0"/>
          <a:chExt cx="0" cy="0"/>
        </a:xfrm>
      </p:grpSpPr>
      <p:sp>
        <p:nvSpPr>
          <p:cNvPr id="14" name="Rectangle 13"/>
          <p:cNvSpPr/>
          <p:nvPr userDrawn="1"/>
        </p:nvSpPr>
        <p:spPr>
          <a:xfrm>
            <a:off x="0" y="1161143"/>
            <a:ext cx="9144000" cy="3558493"/>
          </a:xfrm>
          <a:prstGeom prst="rect">
            <a:avLst/>
          </a:prstGeom>
          <a:solidFill>
            <a:schemeClr val="tx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lang="en-US"/>
          </a:p>
        </p:txBody>
      </p:sp>
      <p:sp>
        <p:nvSpPr>
          <p:cNvPr id="15" name="Text Placeholder 4"/>
          <p:cNvSpPr>
            <a:spLocks noGrp="1"/>
          </p:cNvSpPr>
          <p:nvPr>
            <p:ph type="body" sz="quarter" idx="17" hasCustomPrompt="1"/>
          </p:nvPr>
        </p:nvSpPr>
        <p:spPr>
          <a:xfrm>
            <a:off x="254000" y="132080"/>
            <a:ext cx="8514080" cy="205979"/>
          </a:xfrm>
          <a:prstGeom prst="rect">
            <a:avLst/>
          </a:prstGeom>
        </p:spPr>
        <p:txBody>
          <a:bodyPr anchor="t">
            <a:noAutofit/>
          </a:bodyPr>
          <a:lstStyle>
            <a:lvl1pPr marL="0" indent="0" algn="l">
              <a:buNone/>
              <a:tabLst/>
              <a:defRPr sz="800" baseline="0">
                <a:solidFill>
                  <a:schemeClr val="bg1">
                    <a:lumMod val="50000"/>
                  </a:schemeClr>
                </a:solidFill>
                <a:latin typeface="+mj-lt"/>
              </a:defRPr>
            </a:lvl1pPr>
            <a:lvl2pPr marL="411480" indent="0">
              <a:buNone/>
              <a:defRPr sz="1000"/>
            </a:lvl2pPr>
            <a:lvl3pPr marL="777240" indent="0">
              <a:buNone/>
              <a:defRPr sz="1000"/>
            </a:lvl3pPr>
            <a:lvl4pPr marL="1051560" indent="0">
              <a:buNone/>
              <a:defRPr sz="1000"/>
            </a:lvl4pPr>
            <a:lvl5pPr marL="1325880" indent="0">
              <a:buNone/>
              <a:defRPr sz="1000"/>
            </a:lvl5pPr>
          </a:lstStyle>
          <a:p>
            <a:pPr lvl="0"/>
            <a:r>
              <a:rPr lang="en-US" dirty="0"/>
              <a:t>Theme, project or mission name (optional)</a:t>
            </a:r>
          </a:p>
        </p:txBody>
      </p:sp>
      <p:sp>
        <p:nvSpPr>
          <p:cNvPr id="9" name="Title 8"/>
          <p:cNvSpPr>
            <a:spLocks noGrp="1"/>
          </p:cNvSpPr>
          <p:nvPr>
            <p:ph type="title"/>
          </p:nvPr>
        </p:nvSpPr>
        <p:spPr/>
        <p:txBody>
          <a:bodyPr>
            <a:noAutofit/>
          </a:bodyPr>
          <a:lstStyle/>
          <a:p>
            <a:r>
              <a:rPr lang="en-US"/>
              <a:t>Click to edit Master title style</a:t>
            </a:r>
          </a:p>
        </p:txBody>
      </p:sp>
      <p:sp>
        <p:nvSpPr>
          <p:cNvPr id="12" name="Text Placeholder 13"/>
          <p:cNvSpPr>
            <a:spLocks noGrp="1"/>
          </p:cNvSpPr>
          <p:nvPr>
            <p:ph type="body" sz="quarter" idx="14" hasCustomPrompt="1"/>
          </p:nvPr>
        </p:nvSpPr>
        <p:spPr>
          <a:xfrm>
            <a:off x="254000" y="757179"/>
            <a:ext cx="8514080" cy="350262"/>
          </a:xfrm>
          <a:prstGeom prst="rect">
            <a:avLst/>
          </a:prstGeom>
        </p:spPr>
        <p:txBody>
          <a:bodyPr vert="horz">
            <a:noAutofit/>
          </a:bodyPr>
          <a:lstStyle>
            <a:lvl1pPr marL="0" indent="0">
              <a:buFontTx/>
              <a:buNone/>
              <a:defRPr sz="2000" baseline="0">
                <a:solidFill>
                  <a:srgbClr val="FFFFFF"/>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dirty="0"/>
              <a:t>Click to Edit Subhead</a:t>
            </a:r>
          </a:p>
        </p:txBody>
      </p:sp>
      <p:sp>
        <p:nvSpPr>
          <p:cNvPr id="2" name="Date Placeholder 1"/>
          <p:cNvSpPr>
            <a:spLocks noGrp="1"/>
          </p:cNvSpPr>
          <p:nvPr>
            <p:ph type="dt" sz="half" idx="18"/>
          </p:nvPr>
        </p:nvSpPr>
        <p:spPr/>
        <p:txBody>
          <a:bodyPr/>
          <a:lstStyle/>
          <a:p>
            <a:fld id="{453B94B2-764B-4AEE-8E86-36209B57D673}" type="datetime1">
              <a:rPr lang="en-US" smtClean="0"/>
              <a:t>9/1/25</a:t>
            </a:fld>
            <a:endParaRPr lang="en-US" dirty="0"/>
          </a:p>
        </p:txBody>
      </p:sp>
      <p:sp>
        <p:nvSpPr>
          <p:cNvPr id="3" name="Footer Placeholder 2"/>
          <p:cNvSpPr>
            <a:spLocks noGrp="1"/>
          </p:cNvSpPr>
          <p:nvPr>
            <p:ph type="ftr" sz="quarter" idx="19"/>
          </p:nvPr>
        </p:nvSpPr>
        <p:spPr/>
        <p:txBody>
          <a:bodyPr/>
          <a:lstStyle/>
          <a:p>
            <a:r>
              <a:rPr lang="en-US"/>
              <a:t>For required markings, please visit https://mh.jpl.nasa.gov</a:t>
            </a:r>
            <a:endParaRPr lang="en-US" dirty="0"/>
          </a:p>
        </p:txBody>
      </p:sp>
      <p:sp>
        <p:nvSpPr>
          <p:cNvPr id="8" name="Slide Number Placeholder 7"/>
          <p:cNvSpPr>
            <a:spLocks noGrp="1"/>
          </p:cNvSpPr>
          <p:nvPr>
            <p:ph type="sldNum" sz="quarter" idx="20"/>
          </p:nvPr>
        </p:nvSpPr>
        <p:spPr/>
        <p:txBody>
          <a:bodyPr/>
          <a:lstStyle/>
          <a:p>
            <a:fld id="{7F015878-4578-4C49-BC72-FE830FC5A6D7}" type="slidenum">
              <a:rPr lang="en-US" smtClean="0"/>
              <a:pPr/>
              <a:t>‹#›</a:t>
            </a:fld>
            <a:endParaRPr lang="en-US" dirty="0"/>
          </a:p>
        </p:txBody>
      </p:sp>
      <p:sp>
        <p:nvSpPr>
          <p:cNvPr id="10" name="TextBox 9"/>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1208053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F83741-3649-40C7-AC1C-DC0B03113BF9}"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12"/>
          </p:nvPr>
        </p:nvSpPr>
        <p:spPr/>
        <p:txBody>
          <a:bodyPr/>
          <a:lstStyle/>
          <a:p>
            <a:fld id="{72306A69-C78D-46AD-9B4E-1E66EF195C51}" type="slidenum">
              <a:rPr lang="en-US" smtClean="0"/>
              <a:pPr/>
              <a:t>‹#›</a:t>
            </a:fld>
            <a:endParaRPr lang="en-US" dirty="0"/>
          </a:p>
        </p:txBody>
      </p:sp>
      <p:sp>
        <p:nvSpPr>
          <p:cNvPr id="6" name="TextBox 5"/>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Tree>
    <p:extLst>
      <p:ext uri="{BB962C8B-B14F-4D97-AF65-F5344CB8AC3E}">
        <p14:creationId xmlns:p14="http://schemas.microsoft.com/office/powerpoint/2010/main" val="19212782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p:cNvSpPr>
            <a:spLocks noGrp="1"/>
          </p:cNvSpPr>
          <p:nvPr>
            <p:ph type="body" sz="quarter" idx="13" hasCustomPrompt="1"/>
          </p:nvPr>
        </p:nvSpPr>
        <p:spPr>
          <a:xfrm>
            <a:off x="467360" y="1839278"/>
            <a:ext cx="8229600" cy="1462722"/>
          </a:xfrm>
        </p:spPr>
        <p:txBody>
          <a:bodyPr anchor="ctr">
            <a:noAutofit/>
          </a:bodyPr>
          <a:lstStyle>
            <a:lvl1pPr marL="0" indent="0" algn="ctr">
              <a:buNone/>
              <a:defRPr sz="3600" baseline="0"/>
            </a:lvl1pPr>
          </a:lstStyle>
          <a:p>
            <a:pPr lvl="0"/>
            <a:r>
              <a:rPr lang="en-US" dirty="0"/>
              <a:t>Click to add section header</a:t>
            </a:r>
          </a:p>
        </p:txBody>
      </p:sp>
      <p:sp>
        <p:nvSpPr>
          <p:cNvPr id="4" name="TextBox 3"/>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2" name="Date Placeholder 1"/>
          <p:cNvSpPr>
            <a:spLocks noGrp="1"/>
          </p:cNvSpPr>
          <p:nvPr>
            <p:ph type="dt" sz="half" idx="14"/>
          </p:nvPr>
        </p:nvSpPr>
        <p:spPr/>
        <p:txBody>
          <a:bodyPr/>
          <a:lstStyle/>
          <a:p>
            <a:fld id="{2C6CB3C8-D16C-4285-BF05-882F83494820}" type="datetime1">
              <a:rPr lang="en-US" smtClean="0"/>
              <a:t>9/1/25</a:t>
            </a:fld>
            <a:endParaRPr lang="en-US" dirty="0"/>
          </a:p>
        </p:txBody>
      </p:sp>
      <p:sp>
        <p:nvSpPr>
          <p:cNvPr id="5" name="Footer Placeholder 4"/>
          <p:cNvSpPr>
            <a:spLocks noGrp="1"/>
          </p:cNvSpPr>
          <p:nvPr>
            <p:ph type="ftr" sz="quarter" idx="15"/>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16"/>
          </p:nvPr>
        </p:nvSpPr>
        <p:spPr/>
        <p:txBody>
          <a:bodyPr/>
          <a:lstStyle/>
          <a:p>
            <a:fld id="{11C0F2E9-13F1-4B54-979A-5E00D7D5723C}" type="slidenum">
              <a:rPr lang="en-US" smtClean="0"/>
              <a:pPr/>
              <a:t>‹#›</a:t>
            </a:fld>
            <a:endParaRPr lang="en-US" dirty="0"/>
          </a:p>
        </p:txBody>
      </p:sp>
    </p:spTree>
    <p:extLst>
      <p:ext uri="{BB962C8B-B14F-4D97-AF65-F5344CB8AC3E}">
        <p14:creationId xmlns:p14="http://schemas.microsoft.com/office/powerpoint/2010/main" val="38025828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Header_Dark Gray">
    <p:bg>
      <p:bgPr>
        <a:solidFill>
          <a:schemeClr val="tx2">
            <a:lumMod val="50000"/>
          </a:schemeClr>
        </a:solidFill>
        <a:effectLst/>
      </p:bgPr>
    </p:bg>
    <p:spTree>
      <p:nvGrpSpPr>
        <p:cNvPr id="1" name=""/>
        <p:cNvGrpSpPr/>
        <p:nvPr/>
      </p:nvGrpSpPr>
      <p:grpSpPr>
        <a:xfrm>
          <a:off x="0" y="0"/>
          <a:ext cx="0" cy="0"/>
          <a:chOff x="0" y="0"/>
          <a:chExt cx="0" cy="0"/>
        </a:xfrm>
      </p:grpSpPr>
      <p:sp>
        <p:nvSpPr>
          <p:cNvPr id="3" name="Text Placeholder 2"/>
          <p:cNvSpPr>
            <a:spLocks noGrp="1"/>
          </p:cNvSpPr>
          <p:nvPr>
            <p:ph type="body" sz="quarter" idx="13" hasCustomPrompt="1"/>
          </p:nvPr>
        </p:nvSpPr>
        <p:spPr>
          <a:xfrm>
            <a:off x="467360" y="1839278"/>
            <a:ext cx="8229600" cy="1462722"/>
          </a:xfrm>
        </p:spPr>
        <p:txBody>
          <a:bodyPr anchor="ctr">
            <a:noAutofit/>
          </a:bodyPr>
          <a:lstStyle>
            <a:lvl1pPr marL="0" indent="0" algn="ctr">
              <a:buNone/>
              <a:defRPr sz="3600" baseline="0">
                <a:solidFill>
                  <a:schemeClr val="bg1"/>
                </a:solidFill>
              </a:defRPr>
            </a:lvl1pPr>
          </a:lstStyle>
          <a:p>
            <a:pPr lvl="0"/>
            <a:r>
              <a:rPr lang="en-US" dirty="0"/>
              <a:t>Click to add section header</a:t>
            </a:r>
          </a:p>
        </p:txBody>
      </p:sp>
      <p:sp>
        <p:nvSpPr>
          <p:cNvPr id="4" name="TextBox 3"/>
          <p:cNvSpPr txBox="1"/>
          <p:nvPr userDrawn="1"/>
        </p:nvSpPr>
        <p:spPr>
          <a:xfrm>
            <a:off x="7810218" y="4719637"/>
            <a:ext cx="1233549" cy="423864"/>
          </a:xfrm>
          <a:prstGeom prst="rect">
            <a:avLst/>
          </a:prstGeom>
          <a:noFill/>
        </p:spPr>
        <p:txBody>
          <a:bodyPr wrap="square" rtlCol="0" anchor="ctr">
            <a:noAutofit/>
          </a:bodyPr>
          <a:lstStyle/>
          <a:p>
            <a:pPr algn="r"/>
            <a:r>
              <a:rPr lang="en-US" sz="1000" b="1" kern="0" spc="70" dirty="0">
                <a:solidFill>
                  <a:srgbClr val="6083AA"/>
                </a:solidFill>
              </a:rPr>
              <a:t>jpl.nasa.gov</a:t>
            </a:r>
          </a:p>
        </p:txBody>
      </p:sp>
      <p:sp>
        <p:nvSpPr>
          <p:cNvPr id="2" name="Date Placeholder 1"/>
          <p:cNvSpPr>
            <a:spLocks noGrp="1"/>
          </p:cNvSpPr>
          <p:nvPr>
            <p:ph type="dt" sz="half" idx="14"/>
          </p:nvPr>
        </p:nvSpPr>
        <p:spPr/>
        <p:txBody>
          <a:bodyPr/>
          <a:lstStyle/>
          <a:p>
            <a:fld id="{2C6CB3C8-D16C-4285-BF05-882F83494820}" type="datetime1">
              <a:rPr lang="en-US" smtClean="0"/>
              <a:t>9/1/25</a:t>
            </a:fld>
            <a:endParaRPr lang="en-US" dirty="0"/>
          </a:p>
        </p:txBody>
      </p:sp>
      <p:sp>
        <p:nvSpPr>
          <p:cNvPr id="5" name="Footer Placeholder 4"/>
          <p:cNvSpPr>
            <a:spLocks noGrp="1"/>
          </p:cNvSpPr>
          <p:nvPr>
            <p:ph type="ftr" sz="quarter" idx="15"/>
          </p:nvPr>
        </p:nvSpPr>
        <p:spPr/>
        <p:txBody>
          <a:bodyPr/>
          <a:lstStyle/>
          <a:p>
            <a:r>
              <a:rPr lang="en-US"/>
              <a:t>For required markings, please visit https://mh.jpl.nasa.gov</a:t>
            </a:r>
            <a:endParaRPr lang="en-US" dirty="0"/>
          </a:p>
        </p:txBody>
      </p:sp>
      <p:sp>
        <p:nvSpPr>
          <p:cNvPr id="6" name="Slide Number Placeholder 5"/>
          <p:cNvSpPr>
            <a:spLocks noGrp="1"/>
          </p:cNvSpPr>
          <p:nvPr>
            <p:ph type="sldNum" sz="quarter" idx="16"/>
          </p:nvPr>
        </p:nvSpPr>
        <p:spPr/>
        <p:txBody>
          <a:bodyPr/>
          <a:lstStyle/>
          <a:p>
            <a:fld id="{11C0F2E9-13F1-4B54-979A-5E00D7D5723C}" type="slidenum">
              <a:rPr lang="en-US" smtClean="0"/>
              <a:pPr/>
              <a:t>‹#›</a:t>
            </a:fld>
            <a:endParaRPr lang="en-US" dirty="0"/>
          </a:p>
        </p:txBody>
      </p:sp>
    </p:spTree>
    <p:extLst>
      <p:ext uri="{BB962C8B-B14F-4D97-AF65-F5344CB8AC3E}">
        <p14:creationId xmlns:p14="http://schemas.microsoft.com/office/powerpoint/2010/main" val="25567511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6CB3C8-D16C-4285-BF05-882F83494820}"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12"/>
          </p:nvPr>
        </p:nvSpPr>
        <p:spPr/>
        <p:txBody>
          <a:bodyPr/>
          <a:lstStyle/>
          <a:p>
            <a:fld id="{11C0F2E9-13F1-4B54-979A-5E00D7D5723C}" type="slidenum">
              <a:rPr lang="en-US" smtClean="0"/>
              <a:pPr/>
              <a:t>‹#›</a:t>
            </a:fld>
            <a:endParaRPr lang="en-US" dirty="0"/>
          </a:p>
        </p:txBody>
      </p:sp>
    </p:spTree>
    <p:extLst>
      <p:ext uri="{BB962C8B-B14F-4D97-AF65-F5344CB8AC3E}">
        <p14:creationId xmlns:p14="http://schemas.microsoft.com/office/powerpoint/2010/main" val="3741414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cxnSp>
        <p:nvCxnSpPr>
          <p:cNvPr id="3" name="Straight Connector 2"/>
          <p:cNvCxnSpPr/>
          <p:nvPr userDrawn="1"/>
        </p:nvCxnSpPr>
        <p:spPr>
          <a:xfrm>
            <a:off x="2538518" y="2571750"/>
            <a:ext cx="4057288" cy="0"/>
          </a:xfrm>
          <a:prstGeom prst="line">
            <a:avLst/>
          </a:prstGeom>
          <a:ln w="6350"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userDrawn="1"/>
        </p:nvSpPr>
        <p:spPr>
          <a:xfrm>
            <a:off x="1" y="2790066"/>
            <a:ext cx="9144000" cy="400153"/>
          </a:xfrm>
          <a:prstGeom prst="rect">
            <a:avLst/>
          </a:prstGeom>
          <a:noFill/>
        </p:spPr>
        <p:txBody>
          <a:bodyPr wrap="square" rtlCol="0" anchor="ctr">
            <a:noAutofit/>
          </a:bodyPr>
          <a:lstStyle/>
          <a:p>
            <a:pPr algn="ctr"/>
            <a:r>
              <a:rPr lang="en-US" sz="2000" kern="0" spc="70" dirty="0">
                <a:solidFill>
                  <a:schemeClr val="accent1"/>
                </a:solidFill>
              </a:rPr>
              <a:t>jpl.nasa.gov</a:t>
            </a:r>
          </a:p>
        </p:txBody>
      </p:sp>
      <p:pic>
        <p:nvPicPr>
          <p:cNvPr id="6" name="Picture 5"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38518" y="1381408"/>
            <a:ext cx="4057288" cy="1127025"/>
          </a:xfrm>
          <a:prstGeom prst="rect">
            <a:avLst/>
          </a:prstGeom>
        </p:spPr>
      </p:pic>
      <p:sp>
        <p:nvSpPr>
          <p:cNvPr id="2" name="Date Placeholder 1"/>
          <p:cNvSpPr>
            <a:spLocks noGrp="1"/>
          </p:cNvSpPr>
          <p:nvPr>
            <p:ph type="dt" sz="half" idx="10"/>
          </p:nvPr>
        </p:nvSpPr>
        <p:spPr/>
        <p:txBody>
          <a:bodyPr/>
          <a:lstStyle/>
          <a:p>
            <a:fld id="{2C6CB3C8-D16C-4285-BF05-882F83494820}" type="datetime1">
              <a:rPr lang="en-US" smtClean="0"/>
              <a:t>9/1/25</a:t>
            </a:fld>
            <a:endParaRPr lang="en-US" dirty="0"/>
          </a:p>
        </p:txBody>
      </p:sp>
      <p:sp>
        <p:nvSpPr>
          <p:cNvPr id="5" name="Footer Placeholder 4"/>
          <p:cNvSpPr>
            <a:spLocks noGrp="1"/>
          </p:cNvSpPr>
          <p:nvPr>
            <p:ph type="ftr" sz="quarter" idx="11"/>
          </p:nvPr>
        </p:nvSpPr>
        <p:spPr/>
        <p:txBody>
          <a:bodyPr/>
          <a:lstStyle/>
          <a:p>
            <a:r>
              <a:rPr lang="en-US"/>
              <a:t>For required markings, please visit https://mh.jpl.nasa.gov</a:t>
            </a:r>
            <a:endParaRPr lang="en-US" dirty="0"/>
          </a:p>
        </p:txBody>
      </p:sp>
      <p:sp>
        <p:nvSpPr>
          <p:cNvPr id="7" name="Slide Number Placeholder 6"/>
          <p:cNvSpPr>
            <a:spLocks noGrp="1"/>
          </p:cNvSpPr>
          <p:nvPr>
            <p:ph type="sldNum" sz="quarter" idx="12"/>
          </p:nvPr>
        </p:nvSpPr>
        <p:spPr/>
        <p:txBody>
          <a:bodyPr/>
          <a:lstStyle/>
          <a:p>
            <a:fld id="{11C0F2E9-13F1-4B54-979A-5E00D7D5723C}" type="slidenum">
              <a:rPr lang="en-US" smtClean="0"/>
              <a:pPr/>
              <a:t>‹#›</a:t>
            </a:fld>
            <a:endParaRPr lang="en-US" dirty="0"/>
          </a:p>
        </p:txBody>
      </p:sp>
    </p:spTree>
    <p:extLst>
      <p:ext uri="{BB962C8B-B14F-4D97-AF65-F5344CB8AC3E}">
        <p14:creationId xmlns:p14="http://schemas.microsoft.com/office/powerpoint/2010/main" val="179673131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2">
    <p:spTree>
      <p:nvGrpSpPr>
        <p:cNvPr id="1" name=""/>
        <p:cNvGrpSpPr/>
        <p:nvPr/>
      </p:nvGrpSpPr>
      <p:grpSpPr>
        <a:xfrm>
          <a:off x="0" y="0"/>
          <a:ext cx="0" cy="0"/>
          <a:chOff x="0" y="0"/>
          <a:chExt cx="0" cy="0"/>
        </a:xfrm>
      </p:grpSpPr>
      <p:pic>
        <p:nvPicPr>
          <p:cNvPr id="6" name="Picture 5" descr="Tribrand_ColorWhite_rgb_16x3_16060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38518" y="2008238"/>
            <a:ext cx="4057288" cy="1127025"/>
          </a:xfrm>
          <a:prstGeom prst="rect">
            <a:avLst/>
          </a:prstGeom>
        </p:spPr>
      </p:pic>
      <p:sp>
        <p:nvSpPr>
          <p:cNvPr id="2" name="Date Placeholder 1"/>
          <p:cNvSpPr>
            <a:spLocks noGrp="1"/>
          </p:cNvSpPr>
          <p:nvPr>
            <p:ph type="dt" sz="half" idx="10"/>
          </p:nvPr>
        </p:nvSpPr>
        <p:spPr/>
        <p:txBody>
          <a:bodyPr/>
          <a:lstStyle/>
          <a:p>
            <a:fld id="{2C6CB3C8-D16C-4285-BF05-882F83494820}"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12"/>
          </p:nvPr>
        </p:nvSpPr>
        <p:spPr/>
        <p:txBody>
          <a:bodyPr/>
          <a:lstStyle/>
          <a:p>
            <a:fld id="{11C0F2E9-13F1-4B54-979A-5E00D7D5723C}" type="slidenum">
              <a:rPr lang="en-US" smtClean="0"/>
              <a:pPr/>
              <a:t>‹#›</a:t>
            </a:fld>
            <a:endParaRPr lang="en-US" dirty="0"/>
          </a:p>
        </p:txBody>
      </p:sp>
    </p:spTree>
    <p:extLst>
      <p:ext uri="{BB962C8B-B14F-4D97-AF65-F5344CB8AC3E}">
        <p14:creationId xmlns:p14="http://schemas.microsoft.com/office/powerpoint/2010/main" val="13952333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B39-76A3-59AB-A380-799D0DF7018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C1864A3-2E0C-EC56-1E22-9A4A0CB70D3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1C9BFB0-6AB2-C8D7-63D5-EF85241B2D38}"/>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5" name="Footer Placeholder 4">
            <a:extLst>
              <a:ext uri="{FF2B5EF4-FFF2-40B4-BE49-F238E27FC236}">
                <a16:creationId xmlns:a16="http://schemas.microsoft.com/office/drawing/2014/main" id="{3B315229-FC27-2AB0-D8F5-C89F330BAC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E1E5F3-09F6-260C-104C-F3F637320D9E}"/>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23874094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79B8C-1B5B-514C-F5EA-3C2A10F28A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29AFA2-D772-206E-C86A-D615111D0A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1493A7-FD19-C0E7-39E0-0726DC808ADD}"/>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5" name="Footer Placeholder 4">
            <a:extLst>
              <a:ext uri="{FF2B5EF4-FFF2-40B4-BE49-F238E27FC236}">
                <a16:creationId xmlns:a16="http://schemas.microsoft.com/office/drawing/2014/main" id="{975A4AD6-BD16-7717-2AEA-8F7C671AB0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705546-4781-0742-607C-D51AEBEA4E70}"/>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26889832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4028F-C16B-9E86-E01A-38C348B9B5F1}"/>
              </a:ext>
            </a:extLst>
          </p:cNvPr>
          <p:cNvSpPr>
            <a:spLocks noGrp="1"/>
          </p:cNvSpPr>
          <p:nvPr>
            <p:ph type="title"/>
          </p:nvPr>
        </p:nvSpPr>
        <p:spPr>
          <a:xfrm>
            <a:off x="623887"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F7D114E-09B2-76F7-0112-0F75770139D1}"/>
              </a:ext>
            </a:extLst>
          </p:cNvPr>
          <p:cNvSpPr>
            <a:spLocks noGrp="1"/>
          </p:cNvSpPr>
          <p:nvPr>
            <p:ph type="body" idx="1"/>
          </p:nvPr>
        </p:nvSpPr>
        <p:spPr>
          <a:xfrm>
            <a:off x="623887"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2FB327-AA53-58DE-9527-907092EEA837}"/>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5" name="Footer Placeholder 4">
            <a:extLst>
              <a:ext uri="{FF2B5EF4-FFF2-40B4-BE49-F238E27FC236}">
                <a16:creationId xmlns:a16="http://schemas.microsoft.com/office/drawing/2014/main" id="{F39E1F61-D057-DD68-35B1-73BAB1DD1C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0871B5-8810-90B7-5927-2394010A9AFA}"/>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27092766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17CE2-CA70-4C85-4B45-1E1D70C9E1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81341C-DC73-CD0E-2E98-2159AB3F2ADE}"/>
              </a:ext>
            </a:extLst>
          </p:cNvPr>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40DECF5-A226-DA2E-5D24-4DBB4FDC9363}"/>
              </a:ext>
            </a:extLst>
          </p:cNvPr>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C97E79-6F00-CA09-68B3-8625B7D7B6E6}"/>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6" name="Footer Placeholder 5">
            <a:extLst>
              <a:ext uri="{FF2B5EF4-FFF2-40B4-BE49-F238E27FC236}">
                <a16:creationId xmlns:a16="http://schemas.microsoft.com/office/drawing/2014/main" id="{B48C5CDB-82CE-8735-D4C6-5FA89621E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70DFF8-1AF0-9D58-A2D9-532E3E42AADC}"/>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41404675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1C2A-E0A7-E570-E75E-AADC6B11477B}"/>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69D58D-B021-4626-A536-EBB7A1FB7729}"/>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748C278-4545-CB71-9562-4ED50E81931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6702CF-C755-6845-9E7B-CBD7B54EE4D9}"/>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F224754-B0F8-66BB-665F-3DC66B241EF4}"/>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22EB692-4DEC-B096-65FD-D9FB8EC8241C}"/>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8" name="Footer Placeholder 7">
            <a:extLst>
              <a:ext uri="{FF2B5EF4-FFF2-40B4-BE49-F238E27FC236}">
                <a16:creationId xmlns:a16="http://schemas.microsoft.com/office/drawing/2014/main" id="{77F9E06B-476D-C255-1D87-6F2C90281D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765B2B-D114-4895-D8E8-9F1F06F8BDAA}"/>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12697806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20C8-BBDD-0D4B-B5DB-432D4888F4B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736DD3-D48B-90C8-8F92-4DE3B101D972}"/>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4" name="Footer Placeholder 3">
            <a:extLst>
              <a:ext uri="{FF2B5EF4-FFF2-40B4-BE49-F238E27FC236}">
                <a16:creationId xmlns:a16="http://schemas.microsoft.com/office/drawing/2014/main" id="{A94A2494-8219-08D9-AAB7-950A6939C7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8353EC-7878-6FB9-06A6-781396CBEB7C}"/>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36669464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354580-941E-0DA3-C65D-4C828EA3EA19}"/>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3" name="Footer Placeholder 2">
            <a:extLst>
              <a:ext uri="{FF2B5EF4-FFF2-40B4-BE49-F238E27FC236}">
                <a16:creationId xmlns:a16="http://schemas.microsoft.com/office/drawing/2014/main" id="{A2F48271-AFB0-188B-B389-4A938E8005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FBA14A-7ACF-1731-3D99-DCE54846307C}"/>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42207375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6DABB-D241-9DB5-0E55-7FAECF8320C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110472A-87D5-7628-0F55-9AEC1EFB239A}"/>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20136C-5E0A-4982-CA61-61354F50D75B}"/>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C116CD9-3FFA-82C4-7ECA-4CC1E59D9551}"/>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6" name="Footer Placeholder 5">
            <a:extLst>
              <a:ext uri="{FF2B5EF4-FFF2-40B4-BE49-F238E27FC236}">
                <a16:creationId xmlns:a16="http://schemas.microsoft.com/office/drawing/2014/main" id="{7EF28C4F-3F54-3272-B100-B63C7464D3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6AA11D-FAA8-BAAF-F012-8559B4616F12}"/>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37107266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46FEB-DE91-5C24-F873-7A21DF25792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4748D0F-363A-727F-7B47-85DEDB52B3FF}"/>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E1B79FCE-CF45-4186-0585-49BB32A5FD47}"/>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328173B-BA3B-E602-3F44-808E5F3F62A4}"/>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6" name="Footer Placeholder 5">
            <a:extLst>
              <a:ext uri="{FF2B5EF4-FFF2-40B4-BE49-F238E27FC236}">
                <a16:creationId xmlns:a16="http://schemas.microsoft.com/office/drawing/2014/main" id="{86F6F723-B9D4-DFC9-737A-489151A20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A02815-4737-3DE6-068D-19AC56C80AC5}"/>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13613135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85B33-256E-1BCC-6B2A-ABA70E52CE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CDB7FE-145E-D7EA-612F-F76E1B7A14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87C1E-B821-2A98-BCB2-E95D8AC3CB30}"/>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5" name="Footer Placeholder 4">
            <a:extLst>
              <a:ext uri="{FF2B5EF4-FFF2-40B4-BE49-F238E27FC236}">
                <a16:creationId xmlns:a16="http://schemas.microsoft.com/office/drawing/2014/main" id="{437C7841-0F23-FB4E-BF56-9A495FF49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82A1EE-0610-C8CC-763E-7023991B3728}"/>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234712894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9D9042-A847-FEFB-00F3-CBE6F60C0D43}"/>
              </a:ext>
            </a:extLst>
          </p:cNvPr>
          <p:cNvSpPr>
            <a:spLocks noGrp="1"/>
          </p:cNvSpPr>
          <p:nvPr>
            <p:ph type="title" orient="vert"/>
          </p:nvPr>
        </p:nvSpPr>
        <p:spPr>
          <a:xfrm>
            <a:off x="6543675" y="273843"/>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336CD1-DE07-71C7-3BE2-5E3953E75006}"/>
              </a:ext>
            </a:extLst>
          </p:cNvPr>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E3896D-720C-FA36-1764-6B0AA777ABC0}"/>
              </a:ext>
            </a:extLst>
          </p:cNvPr>
          <p:cNvSpPr>
            <a:spLocks noGrp="1"/>
          </p:cNvSpPr>
          <p:nvPr>
            <p:ph type="dt" sz="half" idx="10"/>
          </p:nvPr>
        </p:nvSpPr>
        <p:spPr/>
        <p:txBody>
          <a:bodyPr/>
          <a:lstStyle/>
          <a:p>
            <a:fld id="{75FF4E52-FF72-B645-B1EF-301A76F0DF08}" type="datetimeFigureOut">
              <a:rPr lang="en-US" smtClean="0"/>
              <a:t>9/1/25</a:t>
            </a:fld>
            <a:endParaRPr lang="en-US"/>
          </a:p>
        </p:txBody>
      </p:sp>
      <p:sp>
        <p:nvSpPr>
          <p:cNvPr id="5" name="Footer Placeholder 4">
            <a:extLst>
              <a:ext uri="{FF2B5EF4-FFF2-40B4-BE49-F238E27FC236}">
                <a16:creationId xmlns:a16="http://schemas.microsoft.com/office/drawing/2014/main" id="{11FB27FE-C992-03CB-C824-AA45AACEE1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730D5B-B03B-B64B-87B8-3D1D3BFDC041}"/>
              </a:ext>
            </a:extLst>
          </p:cNvPr>
          <p:cNvSpPr>
            <a:spLocks noGrp="1"/>
          </p:cNvSpPr>
          <p:nvPr>
            <p:ph type="sldNum" sz="quarter" idx="12"/>
          </p:nvPr>
        </p:nvSpPr>
        <p:spPr/>
        <p:txBody>
          <a:bodyPr/>
          <a:lstStyle/>
          <a:p>
            <a:fld id="{6BD1219E-5FB2-FE41-9130-B17D5891B5E3}" type="slidenum">
              <a:rPr lang="en-US" smtClean="0"/>
              <a:t>‹#›</a:t>
            </a:fld>
            <a:endParaRPr lang="en-US"/>
          </a:p>
        </p:txBody>
      </p:sp>
    </p:spTree>
    <p:extLst>
      <p:ext uri="{BB962C8B-B14F-4D97-AF65-F5344CB8AC3E}">
        <p14:creationId xmlns:p14="http://schemas.microsoft.com/office/powerpoint/2010/main" val="1066493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3.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4000" y="327899"/>
            <a:ext cx="8514080" cy="434101"/>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254000" y="1200150"/>
            <a:ext cx="8432800" cy="33940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53999" y="4802823"/>
            <a:ext cx="1422401" cy="274637"/>
          </a:xfrm>
          <a:prstGeom prst="rect">
            <a:avLst/>
          </a:prstGeom>
        </p:spPr>
        <p:txBody>
          <a:bodyPr vert="horz" lIns="91440" tIns="45720" rIns="91440" bIns="45720" rtlCol="0" anchor="ctr">
            <a:noAutofit/>
          </a:bodyPr>
          <a:lstStyle>
            <a:lvl1pPr algn="l">
              <a:defRPr sz="800">
                <a:solidFill>
                  <a:schemeClr val="bg1">
                    <a:lumMod val="50000"/>
                  </a:schemeClr>
                </a:solidFill>
              </a:defRPr>
            </a:lvl1pPr>
          </a:lstStyle>
          <a:p>
            <a:fld id="{0FB8DC75-F238-4FEA-A196-95F443A65C8E}" type="datetime1">
              <a:rPr lang="en-US" smtClean="0"/>
              <a:t>9/1/25</a:t>
            </a:fld>
            <a:endParaRPr lang="en-US" dirty="0"/>
          </a:p>
        </p:txBody>
      </p:sp>
      <p:sp>
        <p:nvSpPr>
          <p:cNvPr id="5" name="Footer Placeholder 4"/>
          <p:cNvSpPr>
            <a:spLocks noGrp="1"/>
          </p:cNvSpPr>
          <p:nvPr>
            <p:ph type="ftr" sz="quarter" idx="3"/>
          </p:nvPr>
        </p:nvSpPr>
        <p:spPr>
          <a:xfrm>
            <a:off x="1676401" y="4802823"/>
            <a:ext cx="5791199" cy="274637"/>
          </a:xfrm>
          <a:prstGeom prst="rect">
            <a:avLst/>
          </a:prstGeom>
        </p:spPr>
        <p:txBody>
          <a:bodyPr vert="horz" lIns="91440" tIns="45720" rIns="91440" bIns="45720" rtlCol="0" anchor="ctr">
            <a:noAutofit/>
          </a:bodyPr>
          <a:lstStyle>
            <a:lvl1pPr algn="ctr">
              <a:defRPr sz="800">
                <a:solidFill>
                  <a:schemeClr val="accent4"/>
                </a:solidFill>
              </a:defRPr>
            </a:lvl1pPr>
          </a:lstStyle>
          <a:p>
            <a:r>
              <a:rPr lang="en-US"/>
              <a:t>For required markings, please visit https://mh.jpl.nasa.gov</a:t>
            </a:r>
            <a:endParaRPr lang="en-US" dirty="0"/>
          </a:p>
        </p:txBody>
      </p:sp>
      <p:sp>
        <p:nvSpPr>
          <p:cNvPr id="6" name="Slide Number Placeholder 5"/>
          <p:cNvSpPr>
            <a:spLocks noGrp="1"/>
          </p:cNvSpPr>
          <p:nvPr>
            <p:ph type="sldNum" sz="quarter" idx="4"/>
          </p:nvPr>
        </p:nvSpPr>
        <p:spPr>
          <a:xfrm>
            <a:off x="7467600" y="4802823"/>
            <a:ext cx="586130" cy="272097"/>
          </a:xfrm>
          <a:prstGeom prst="rect">
            <a:avLst/>
          </a:prstGeom>
        </p:spPr>
        <p:txBody>
          <a:bodyPr vert="horz" lIns="91440" tIns="45720" rIns="91440" bIns="45720" rtlCol="0" anchor="ctr">
            <a:noAutofit/>
          </a:bodyPr>
          <a:lstStyle>
            <a:lvl1pPr algn="r">
              <a:defRPr sz="800">
                <a:solidFill>
                  <a:schemeClr val="bg1">
                    <a:lumMod val="50000"/>
                  </a:schemeClr>
                </a:solidFill>
              </a:defRPr>
            </a:lvl1pPr>
          </a:lstStyle>
          <a:p>
            <a:fld id="{0E0E1749-0B7E-403A-A9A7-95F2ED1F2891}" type="slidenum">
              <a:rPr lang="en-US" smtClean="0"/>
              <a:pPr/>
              <a:t>‹#›</a:t>
            </a:fld>
            <a:endParaRPr lang="en-US" dirty="0"/>
          </a:p>
        </p:txBody>
      </p:sp>
    </p:spTree>
    <p:extLst>
      <p:ext uri="{BB962C8B-B14F-4D97-AF65-F5344CB8AC3E}">
        <p14:creationId xmlns:p14="http://schemas.microsoft.com/office/powerpoint/2010/main" val="58691117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1" r:id="rId5"/>
    <p:sldLayoutId id="2147483662" r:id="rId6"/>
    <p:sldLayoutId id="2147483664" r:id="rId7"/>
    <p:sldLayoutId id="2147483663" r:id="rId8"/>
    <p:sldLayoutId id="2147483669" r:id="rId9"/>
    <p:sldLayoutId id="2147483670" r:id="rId10"/>
    <p:sldLayoutId id="2147483671" r:id="rId11"/>
    <p:sldLayoutId id="2147483672" r:id="rId12"/>
    <p:sldLayoutId id="2147483653" r:id="rId13"/>
    <p:sldLayoutId id="2147483654" r:id="rId14"/>
    <p:sldLayoutId id="2147483656" r:id="rId15"/>
    <p:sldLayoutId id="2147483657" r:id="rId16"/>
    <p:sldLayoutId id="2147483658" r:id="rId17"/>
    <p:sldLayoutId id="2147483659" r:id="rId18"/>
    <p:sldLayoutId id="2147483660" r:id="rId19"/>
    <p:sldLayoutId id="2147483693" r:id="rId20"/>
  </p:sldLayoutIdLst>
  <p:hf hdr="0"/>
  <p:txStyles>
    <p:titleStyle>
      <a:lvl1pPr algn="l" defTabSz="457200" rtl="0" eaLnBrk="1" latinLnBrk="0" hangingPunct="1">
        <a:spcBef>
          <a:spcPct val="0"/>
        </a:spcBef>
        <a:buNone/>
        <a:defRPr sz="2400" b="1" i="0" u="none" kern="1200">
          <a:solidFill>
            <a:schemeClr val="tx1"/>
          </a:solidFill>
          <a:latin typeface="+mj-lt"/>
          <a:ea typeface="+mj-ea"/>
          <a:cs typeface="+mj-cs"/>
        </a:defRPr>
      </a:lvl1pPr>
    </p:titleStyle>
    <p:bodyStyle>
      <a:lvl1pPr marL="233363" indent="-233363" algn="l" defTabSz="457200" rtl="0" eaLnBrk="1" latinLnBrk="0" hangingPunct="1">
        <a:spcBef>
          <a:spcPct val="20000"/>
        </a:spcBef>
        <a:buClr>
          <a:schemeClr val="bg1">
            <a:lumMod val="50000"/>
          </a:schemeClr>
        </a:buClr>
        <a:buFont typeface="Arial"/>
        <a:buChar char="•"/>
        <a:tabLst/>
        <a:defRPr sz="2000" kern="1200">
          <a:solidFill>
            <a:schemeClr val="tx1"/>
          </a:solidFill>
          <a:latin typeface="+mn-lt"/>
          <a:ea typeface="+mn-ea"/>
          <a:cs typeface="+mn-cs"/>
        </a:defRPr>
      </a:lvl1pPr>
      <a:lvl2pPr marL="690563" indent="-233363" algn="l" defTabSz="457200" rtl="0" eaLnBrk="1" latinLnBrk="0" hangingPunct="1">
        <a:spcBef>
          <a:spcPct val="20000"/>
        </a:spcBef>
        <a:buClr>
          <a:schemeClr val="bg1">
            <a:lumMod val="50000"/>
          </a:schemeClr>
        </a:buClr>
        <a:buFont typeface="Arial"/>
        <a:buChar char="•"/>
        <a:defRPr sz="1800" b="0" i="0" u="none" kern="1200">
          <a:solidFill>
            <a:schemeClr val="tx1"/>
          </a:solidFill>
          <a:latin typeface="+mn-lt"/>
          <a:ea typeface="+mn-ea"/>
          <a:cs typeface="+mn-cs"/>
        </a:defRPr>
      </a:lvl2pPr>
      <a:lvl3pPr marL="1147763" indent="-233363" algn="l" defTabSz="457200" rtl="0" eaLnBrk="1" latinLnBrk="0" hangingPunct="1">
        <a:spcBef>
          <a:spcPct val="20000"/>
        </a:spcBef>
        <a:buClr>
          <a:schemeClr val="bg1">
            <a:lumMod val="50000"/>
          </a:schemeClr>
        </a:buClr>
        <a:buFont typeface="Arial"/>
        <a:buChar char="•"/>
        <a:defRPr sz="1600" kern="1200">
          <a:solidFill>
            <a:schemeClr val="tx1"/>
          </a:solidFill>
          <a:latin typeface="+mn-lt"/>
          <a:ea typeface="+mn-ea"/>
          <a:cs typeface="+mn-cs"/>
        </a:defRPr>
      </a:lvl3pPr>
      <a:lvl4pPr marL="1604963" indent="-233363" algn="l" defTabSz="457200" rtl="0" eaLnBrk="1" latinLnBrk="0" hangingPunct="1">
        <a:spcBef>
          <a:spcPct val="20000"/>
        </a:spcBef>
        <a:buClr>
          <a:schemeClr val="bg1">
            <a:lumMod val="50000"/>
          </a:schemeClr>
        </a:buClr>
        <a:buFont typeface="Arial"/>
        <a:buChar char="•"/>
        <a:defRPr sz="1400" kern="1200">
          <a:solidFill>
            <a:schemeClr val="tx1"/>
          </a:solidFill>
          <a:latin typeface="+mn-lt"/>
          <a:ea typeface="+mn-ea"/>
          <a:cs typeface="+mn-cs"/>
        </a:defRPr>
      </a:lvl4pPr>
      <a:lvl5pPr marL="2062163" indent="-233363" algn="l" defTabSz="457200" rtl="0" eaLnBrk="1" latinLnBrk="0" hangingPunct="1">
        <a:spcBef>
          <a:spcPct val="20000"/>
        </a:spcBef>
        <a:buClr>
          <a:schemeClr val="bg1">
            <a:lumMod val="50000"/>
          </a:schemeClr>
        </a:buClr>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4000" y="327899"/>
            <a:ext cx="8514080" cy="434101"/>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254000" y="1200150"/>
            <a:ext cx="8432800" cy="3394075"/>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54000" y="4802823"/>
            <a:ext cx="1422400" cy="274637"/>
          </a:xfrm>
          <a:prstGeom prst="rect">
            <a:avLst/>
          </a:prstGeom>
        </p:spPr>
        <p:txBody>
          <a:bodyPr vert="horz" lIns="91440" tIns="45720" rIns="91440" bIns="45720" rtlCol="0" anchor="ctr">
            <a:noAutofit/>
          </a:bodyPr>
          <a:lstStyle>
            <a:lvl1pPr algn="l">
              <a:defRPr sz="800">
                <a:solidFill>
                  <a:schemeClr val="bg1">
                    <a:lumMod val="50000"/>
                  </a:schemeClr>
                </a:solidFill>
              </a:defRPr>
            </a:lvl1pPr>
          </a:lstStyle>
          <a:p>
            <a:fld id="{2C6CB3C8-D16C-4285-BF05-882F83494820}" type="datetime1">
              <a:rPr lang="en-US" smtClean="0"/>
              <a:t>9/1/25</a:t>
            </a:fld>
            <a:endParaRPr lang="en-US" dirty="0"/>
          </a:p>
        </p:txBody>
      </p:sp>
      <p:sp>
        <p:nvSpPr>
          <p:cNvPr id="5" name="Footer Placeholder 4"/>
          <p:cNvSpPr>
            <a:spLocks noGrp="1"/>
          </p:cNvSpPr>
          <p:nvPr>
            <p:ph type="ftr" sz="quarter" idx="3"/>
          </p:nvPr>
        </p:nvSpPr>
        <p:spPr>
          <a:xfrm>
            <a:off x="1676400" y="4802823"/>
            <a:ext cx="5775960" cy="274637"/>
          </a:xfrm>
          <a:prstGeom prst="rect">
            <a:avLst/>
          </a:prstGeom>
        </p:spPr>
        <p:txBody>
          <a:bodyPr vert="horz" lIns="91440" tIns="45720" rIns="91440" bIns="45720" rtlCol="0" anchor="ctr">
            <a:noAutofit/>
          </a:bodyPr>
          <a:lstStyle>
            <a:lvl1pPr algn="ctr">
              <a:defRPr sz="800">
                <a:solidFill>
                  <a:schemeClr val="accent4"/>
                </a:solidFill>
              </a:defRPr>
            </a:lvl1pPr>
          </a:lstStyle>
          <a:p>
            <a:r>
              <a:rPr lang="en-US"/>
              <a:t>For required markings, please visit https://mh.jpl.nasa.gov</a:t>
            </a:r>
            <a:endParaRPr lang="en-US" dirty="0"/>
          </a:p>
        </p:txBody>
      </p:sp>
      <p:sp>
        <p:nvSpPr>
          <p:cNvPr id="6" name="Slide Number Placeholder 5"/>
          <p:cNvSpPr>
            <a:spLocks noGrp="1"/>
          </p:cNvSpPr>
          <p:nvPr>
            <p:ph type="sldNum" sz="quarter" idx="4"/>
          </p:nvPr>
        </p:nvSpPr>
        <p:spPr>
          <a:xfrm>
            <a:off x="7452360" y="4802823"/>
            <a:ext cx="601370" cy="272097"/>
          </a:xfrm>
          <a:prstGeom prst="rect">
            <a:avLst/>
          </a:prstGeom>
        </p:spPr>
        <p:txBody>
          <a:bodyPr vert="horz" lIns="91440" tIns="45720" rIns="91440" bIns="45720" rtlCol="0" anchor="ctr">
            <a:noAutofit/>
          </a:bodyPr>
          <a:lstStyle>
            <a:lvl1pPr algn="r">
              <a:defRPr sz="800">
                <a:solidFill>
                  <a:schemeClr val="bg1">
                    <a:lumMod val="50000"/>
                  </a:schemeClr>
                </a:solidFill>
              </a:defRPr>
            </a:lvl1pPr>
          </a:lstStyle>
          <a:p>
            <a:fld id="{11C0F2E9-13F1-4B54-979A-5E00D7D5723C}" type="slidenum">
              <a:rPr lang="en-US" smtClean="0"/>
              <a:pPr/>
              <a:t>‹#›</a:t>
            </a:fld>
            <a:endParaRPr lang="en-US" dirty="0"/>
          </a:p>
        </p:txBody>
      </p:sp>
    </p:spTree>
    <p:extLst>
      <p:ext uri="{BB962C8B-B14F-4D97-AF65-F5344CB8AC3E}">
        <p14:creationId xmlns:p14="http://schemas.microsoft.com/office/powerpoint/2010/main" val="281607240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4" r:id="rId20"/>
  </p:sldLayoutIdLst>
  <p:hf hdr="0"/>
  <p:txStyles>
    <p:titleStyle>
      <a:lvl1pPr algn="l" defTabSz="457200" rtl="0" eaLnBrk="1" latinLnBrk="0" hangingPunct="1">
        <a:spcBef>
          <a:spcPct val="0"/>
        </a:spcBef>
        <a:buNone/>
        <a:defRPr sz="2400" b="1" kern="1200">
          <a:solidFill>
            <a:schemeClr val="bg1"/>
          </a:solidFill>
          <a:latin typeface="+mj-lt"/>
          <a:ea typeface="+mj-ea"/>
          <a:cs typeface="+mj-cs"/>
        </a:defRPr>
      </a:lvl1pPr>
    </p:titleStyle>
    <p:bodyStyle>
      <a:lvl1pPr marL="233363" indent="-233363" algn="l" defTabSz="457200" rtl="0" eaLnBrk="1" latinLnBrk="0" hangingPunct="1">
        <a:spcBef>
          <a:spcPct val="20000"/>
        </a:spcBef>
        <a:buClr>
          <a:schemeClr val="bg1">
            <a:lumMod val="50000"/>
          </a:schemeClr>
        </a:buClr>
        <a:buFont typeface="Arial"/>
        <a:buChar char="•"/>
        <a:tabLst/>
        <a:defRPr sz="2000" kern="1200">
          <a:solidFill>
            <a:schemeClr val="bg1"/>
          </a:solidFill>
          <a:latin typeface="+mn-lt"/>
          <a:ea typeface="+mn-ea"/>
          <a:cs typeface="+mn-cs"/>
        </a:defRPr>
      </a:lvl1pPr>
      <a:lvl2pPr marL="690563" indent="-233363" algn="l" defTabSz="457200" rtl="0" eaLnBrk="1" latinLnBrk="0" hangingPunct="1">
        <a:spcBef>
          <a:spcPct val="20000"/>
        </a:spcBef>
        <a:buClr>
          <a:schemeClr val="bg1">
            <a:lumMod val="50000"/>
          </a:schemeClr>
        </a:buClr>
        <a:buFont typeface="Arial"/>
        <a:buChar char="•"/>
        <a:defRPr sz="1800" kern="1200">
          <a:solidFill>
            <a:schemeClr val="bg1"/>
          </a:solidFill>
          <a:latin typeface="+mn-lt"/>
          <a:ea typeface="+mn-ea"/>
          <a:cs typeface="+mn-cs"/>
        </a:defRPr>
      </a:lvl2pPr>
      <a:lvl3pPr marL="1147763" indent="-233363" algn="l" defTabSz="457200" rtl="0" eaLnBrk="1" latinLnBrk="0" hangingPunct="1">
        <a:spcBef>
          <a:spcPct val="20000"/>
        </a:spcBef>
        <a:buClr>
          <a:schemeClr val="bg1">
            <a:lumMod val="50000"/>
          </a:schemeClr>
        </a:buClr>
        <a:buFont typeface="Arial"/>
        <a:buChar char="•"/>
        <a:defRPr sz="1600" kern="1200">
          <a:solidFill>
            <a:schemeClr val="bg1"/>
          </a:solidFill>
          <a:latin typeface="+mn-lt"/>
          <a:ea typeface="+mn-ea"/>
          <a:cs typeface="+mn-cs"/>
        </a:defRPr>
      </a:lvl3pPr>
      <a:lvl4pPr marL="1604963" indent="-233363" algn="l" defTabSz="457200" rtl="0" eaLnBrk="1" latinLnBrk="0" hangingPunct="1">
        <a:spcBef>
          <a:spcPct val="20000"/>
        </a:spcBef>
        <a:buClr>
          <a:schemeClr val="bg1">
            <a:lumMod val="50000"/>
          </a:schemeClr>
        </a:buClr>
        <a:buFont typeface="Arial"/>
        <a:buChar char="•"/>
        <a:defRPr sz="1400" kern="1200">
          <a:solidFill>
            <a:schemeClr val="bg1"/>
          </a:solidFill>
          <a:latin typeface="+mn-lt"/>
          <a:ea typeface="+mn-ea"/>
          <a:cs typeface="+mn-cs"/>
        </a:defRPr>
      </a:lvl4pPr>
      <a:lvl5pPr marL="2062163" indent="-233363" algn="l" defTabSz="457200" rtl="0" eaLnBrk="1" latinLnBrk="0" hangingPunct="1">
        <a:spcBef>
          <a:spcPct val="20000"/>
        </a:spcBef>
        <a:buClr>
          <a:schemeClr val="bg1">
            <a:lumMod val="50000"/>
          </a:schemeClr>
        </a:buClr>
        <a:buFont typeface="Arial"/>
        <a:buChar char="•"/>
        <a:defRPr sz="1200" kern="120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34F3BF-97B7-EC27-2340-24FA9B77E988}"/>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764DC-EBE9-EB9F-3BB0-7B8BF4B2DF2F}"/>
              </a:ext>
            </a:extLst>
          </p:cNvPr>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4EA5B2-2FE3-D455-B515-D2270885553B}"/>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75FF4E52-FF72-B645-B1EF-301A76F0DF08}" type="datetimeFigureOut">
              <a:rPr lang="en-US" smtClean="0"/>
              <a:t>9/1/25</a:t>
            </a:fld>
            <a:endParaRPr lang="en-US"/>
          </a:p>
        </p:txBody>
      </p:sp>
      <p:sp>
        <p:nvSpPr>
          <p:cNvPr id="5" name="Footer Placeholder 4">
            <a:extLst>
              <a:ext uri="{FF2B5EF4-FFF2-40B4-BE49-F238E27FC236}">
                <a16:creationId xmlns:a16="http://schemas.microsoft.com/office/drawing/2014/main" id="{29598F9C-E8C1-EBB9-E828-BE8AA755638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B61C82-B4D0-EE5A-115C-03FD70D4077B}"/>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6BD1219E-5FB2-FE41-9130-B17D5891B5E3}" type="slidenum">
              <a:rPr lang="en-US" smtClean="0"/>
              <a:t>‹#›</a:t>
            </a:fld>
            <a:endParaRPr lang="en-US"/>
          </a:p>
        </p:txBody>
      </p:sp>
    </p:spTree>
    <p:extLst>
      <p:ext uri="{BB962C8B-B14F-4D97-AF65-F5344CB8AC3E}">
        <p14:creationId xmlns:p14="http://schemas.microsoft.com/office/powerpoint/2010/main" val="451753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hyperlink" Target="https://mh.jpl.nasa.gov/"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a:p>
        </p:txBody>
      </p:sp>
      <p:sp>
        <p:nvSpPr>
          <p:cNvPr id="3" name="Text Placeholder 2"/>
          <p:cNvSpPr>
            <a:spLocks noGrp="1"/>
          </p:cNvSpPr>
          <p:nvPr>
            <p:ph type="body" sz="quarter" idx="11"/>
          </p:nvPr>
        </p:nvSpPr>
        <p:spPr/>
        <p:txBody>
          <a:bodyPr/>
          <a:lstStyle/>
          <a:p>
            <a:r>
              <a:rPr lang="en-US" dirty="0"/>
              <a:t>Science Model Dashboard</a:t>
            </a:r>
          </a:p>
        </p:txBody>
      </p:sp>
      <p:sp>
        <p:nvSpPr>
          <p:cNvPr id="5" name="Text Placeholder 4"/>
          <p:cNvSpPr>
            <a:spLocks noGrp="1"/>
          </p:cNvSpPr>
          <p:nvPr>
            <p:ph type="body" sz="quarter" idx="15"/>
          </p:nvPr>
        </p:nvSpPr>
        <p:spPr/>
        <p:txBody>
          <a:bodyPr/>
          <a:lstStyle/>
          <a:p>
            <a:r>
              <a:rPr lang="en-US" dirty="0"/>
              <a:t>Kyongsik Yun</a:t>
            </a:r>
          </a:p>
        </p:txBody>
      </p:sp>
      <p:pic>
        <p:nvPicPr>
          <p:cNvPr id="7" name="Picture Placeholder 21" descr="Photo-2015-03-12-085758 - D2015_0302_D370_CMSalt2.jpg"/>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l="16421" t="27414" r="11723"/>
          <a:stretch/>
        </p:blipFill>
        <p:spPr>
          <a:xfrm>
            <a:off x="0" y="0"/>
            <a:ext cx="5546725" cy="5143500"/>
          </a:xfrm>
        </p:spPr>
      </p:pic>
      <p:sp>
        <p:nvSpPr>
          <p:cNvPr id="4" name="Footer Placeholder 3"/>
          <p:cNvSpPr>
            <a:spLocks noGrp="1"/>
          </p:cNvSpPr>
          <p:nvPr>
            <p:ph type="ftr" sz="quarter" idx="17"/>
          </p:nvPr>
        </p:nvSpPr>
        <p:spPr/>
        <p:txBody>
          <a:bodyPr/>
          <a:lstStyle/>
          <a:p>
            <a:r>
              <a:rPr lang="en-US"/>
              <a:t>For required markings, please visit https://mh.jpl.nasa.gov</a:t>
            </a:r>
            <a:endParaRPr lang="en-US" dirty="0"/>
          </a:p>
        </p:txBody>
      </p:sp>
    </p:spTree>
    <p:extLst>
      <p:ext uri="{BB962C8B-B14F-4D97-AF65-F5344CB8AC3E}">
        <p14:creationId xmlns:p14="http://schemas.microsoft.com/office/powerpoint/2010/main" val="235323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p:txBody>
          <a:bodyPr/>
          <a:lstStyle/>
          <a:p>
            <a:endParaRPr lang="en-US"/>
          </a:p>
        </p:txBody>
      </p:sp>
      <p:sp>
        <p:nvSpPr>
          <p:cNvPr id="3" name="Title 2"/>
          <p:cNvSpPr>
            <a:spLocks noGrp="1"/>
          </p:cNvSpPr>
          <p:nvPr>
            <p:ph type="title"/>
          </p:nvPr>
        </p:nvSpPr>
        <p:spPr/>
        <p:txBody>
          <a:bodyPr/>
          <a:lstStyle/>
          <a:p>
            <a:endParaRPr lang="en-US" dirty="0"/>
          </a:p>
        </p:txBody>
      </p:sp>
      <p:sp>
        <p:nvSpPr>
          <p:cNvPr id="4" name="Text Placeholder 3"/>
          <p:cNvSpPr>
            <a:spLocks noGrp="1"/>
          </p:cNvSpPr>
          <p:nvPr>
            <p:ph type="body" sz="quarter" idx="14"/>
          </p:nvPr>
        </p:nvSpPr>
        <p:spPr/>
        <p:txBody>
          <a:bodyPr/>
          <a:lstStyle/>
          <a:p>
            <a:endParaRPr lang="en-US"/>
          </a:p>
        </p:txBody>
      </p:sp>
      <p:sp>
        <p:nvSpPr>
          <p:cNvPr id="5" name="Content Placeholder 4"/>
          <p:cNvSpPr>
            <a:spLocks noGrp="1"/>
          </p:cNvSpPr>
          <p:nvPr>
            <p:ph sz="quarter" idx="19"/>
          </p:nvPr>
        </p:nvSpPr>
        <p:spPr/>
        <p:txBody>
          <a:bodyPr/>
          <a:lstStyle/>
          <a:p>
            <a:endParaRPr lang="en-US"/>
          </a:p>
        </p:txBody>
      </p:sp>
      <p:sp>
        <p:nvSpPr>
          <p:cNvPr id="9" name="Slide Number Placeholder 8">
            <a:extLst>
              <a:ext uri="{FF2B5EF4-FFF2-40B4-BE49-F238E27FC236}">
                <a16:creationId xmlns:a16="http://schemas.microsoft.com/office/drawing/2014/main" id="{B907A320-AE17-4D41-962E-82CE37BA3B27}"/>
              </a:ext>
            </a:extLst>
          </p:cNvPr>
          <p:cNvSpPr>
            <a:spLocks noGrp="1"/>
          </p:cNvSpPr>
          <p:nvPr>
            <p:ph type="sldNum" sz="quarter" idx="22"/>
          </p:nvPr>
        </p:nvSpPr>
        <p:spPr>
          <a:xfrm>
            <a:off x="7467600" y="4802823"/>
            <a:ext cx="586130" cy="272097"/>
          </a:xfrm>
        </p:spPr>
        <p:txBody>
          <a:bodyPr/>
          <a:lstStyle/>
          <a:p>
            <a:fld id="{C9336775-C238-4BA2-9145-769A49B582A0}" type="slidenum">
              <a:rPr lang="en-US" smtClean="0"/>
              <a:pPr/>
              <a:t>2</a:t>
            </a:fld>
            <a:endParaRPr lang="en-US" dirty="0"/>
          </a:p>
        </p:txBody>
      </p:sp>
      <p:sp>
        <p:nvSpPr>
          <p:cNvPr id="10" name="Footer Placeholder 9">
            <a:extLst>
              <a:ext uri="{FF2B5EF4-FFF2-40B4-BE49-F238E27FC236}">
                <a16:creationId xmlns:a16="http://schemas.microsoft.com/office/drawing/2014/main" id="{D9E73B36-9D9F-489B-BCD2-77D69007A2C2}"/>
              </a:ext>
            </a:extLst>
          </p:cNvPr>
          <p:cNvSpPr>
            <a:spLocks noGrp="1"/>
          </p:cNvSpPr>
          <p:nvPr>
            <p:ph type="ftr" sz="quarter" idx="21"/>
          </p:nvPr>
        </p:nvSpPr>
        <p:spPr>
          <a:xfrm>
            <a:off x="1676401" y="4802823"/>
            <a:ext cx="5791199" cy="274637"/>
          </a:xfrm>
        </p:spPr>
        <p:txBody>
          <a:bodyPr/>
          <a:lstStyle/>
          <a:p>
            <a:r>
              <a:rPr lang="en-US"/>
              <a:t>For required markings, please visit https://mh.jpl.nasa.gov</a:t>
            </a:r>
            <a:endParaRPr lang="en-US" dirty="0"/>
          </a:p>
        </p:txBody>
      </p:sp>
      <p:sp>
        <p:nvSpPr>
          <p:cNvPr id="6" name="Date Placeholder 5"/>
          <p:cNvSpPr>
            <a:spLocks noGrp="1"/>
          </p:cNvSpPr>
          <p:nvPr>
            <p:ph type="dt" sz="half" idx="20"/>
          </p:nvPr>
        </p:nvSpPr>
        <p:spPr>
          <a:xfrm>
            <a:off x="253999" y="4802823"/>
            <a:ext cx="1422401" cy="274637"/>
          </a:xfrm>
        </p:spPr>
        <p:txBody>
          <a:bodyPr/>
          <a:lstStyle/>
          <a:p>
            <a:fld id="{CD8DE3BB-C968-463B-A792-13C1A8F9CDAD}" type="datetime1">
              <a:rPr lang="en-US" smtClean="0"/>
              <a:t>9/1/25</a:t>
            </a:fld>
            <a:endParaRPr lang="en-US" dirty="0"/>
          </a:p>
        </p:txBody>
      </p:sp>
    </p:spTree>
    <p:extLst>
      <p:ext uri="{BB962C8B-B14F-4D97-AF65-F5344CB8AC3E}">
        <p14:creationId xmlns:p14="http://schemas.microsoft.com/office/powerpoint/2010/main" val="891043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B83AEB-ED92-411F-B06A-CFFADD678D7A}"/>
              </a:ext>
            </a:extLst>
          </p:cNvPr>
          <p:cNvSpPr>
            <a:spLocks noGrp="1"/>
          </p:cNvSpPr>
          <p:nvPr>
            <p:ph type="sldNum" sz="quarter" idx="22"/>
          </p:nvPr>
        </p:nvSpPr>
        <p:spPr>
          <a:xfrm>
            <a:off x="7467600" y="4802823"/>
            <a:ext cx="586130" cy="272097"/>
          </a:xfrm>
        </p:spPr>
        <p:txBody>
          <a:bodyPr/>
          <a:lstStyle/>
          <a:p>
            <a:fld id="{03CE561C-0284-4168-917E-F8FBEBC73BEF}" type="slidenum">
              <a:rPr lang="en-US" smtClean="0"/>
              <a:pPr/>
              <a:t>3</a:t>
            </a:fld>
            <a:endParaRPr lang="en-US" dirty="0"/>
          </a:p>
        </p:txBody>
      </p:sp>
      <p:sp>
        <p:nvSpPr>
          <p:cNvPr id="4" name="Footer Placeholder 3">
            <a:extLst>
              <a:ext uri="{FF2B5EF4-FFF2-40B4-BE49-F238E27FC236}">
                <a16:creationId xmlns:a16="http://schemas.microsoft.com/office/drawing/2014/main" id="{A38677BC-D0BA-4BEE-A188-DBC4A76B4E49}"/>
              </a:ext>
            </a:extLst>
          </p:cNvPr>
          <p:cNvSpPr>
            <a:spLocks noGrp="1"/>
          </p:cNvSpPr>
          <p:nvPr>
            <p:ph type="ftr" sz="quarter" idx="21"/>
          </p:nvPr>
        </p:nvSpPr>
        <p:spPr>
          <a:xfrm>
            <a:off x="1676401" y="4802823"/>
            <a:ext cx="5791199" cy="274637"/>
          </a:xfrm>
        </p:spPr>
        <p:txBody>
          <a:bodyPr/>
          <a:lstStyle/>
          <a:p>
            <a:r>
              <a:rPr lang="en-US"/>
              <a:t>For required markings, please visit https://mh.jpl.nasa.gov</a:t>
            </a:r>
            <a:endParaRPr lang="en-US" dirty="0"/>
          </a:p>
        </p:txBody>
      </p:sp>
      <p:sp>
        <p:nvSpPr>
          <p:cNvPr id="2" name="Date Placeholder 1"/>
          <p:cNvSpPr>
            <a:spLocks noGrp="1"/>
          </p:cNvSpPr>
          <p:nvPr>
            <p:ph type="dt" sz="half" idx="20"/>
          </p:nvPr>
        </p:nvSpPr>
        <p:spPr/>
        <p:txBody>
          <a:bodyPr/>
          <a:lstStyle/>
          <a:p>
            <a:fld id="{A1473F8D-F3F1-42B6-BC2A-B189F09F4DAF}" type="datetime1">
              <a:rPr lang="en-US" smtClean="0"/>
              <a:t>9/1/25</a:t>
            </a:fld>
            <a:endParaRPr lang="en-US" dirty="0"/>
          </a:p>
        </p:txBody>
      </p:sp>
      <p:sp>
        <p:nvSpPr>
          <p:cNvPr id="8" name="Content Placeholder 2"/>
          <p:cNvSpPr>
            <a:spLocks noGrp="1"/>
          </p:cNvSpPr>
          <p:nvPr>
            <p:ph sz="quarter" idx="19"/>
          </p:nvPr>
        </p:nvSpPr>
        <p:spPr>
          <a:xfrm>
            <a:off x="770817" y="566777"/>
            <a:ext cx="7602366" cy="3754715"/>
          </a:xfrm>
        </p:spPr>
        <p:txBody>
          <a:bodyPr/>
          <a:lstStyle/>
          <a:p>
            <a:pPr marL="0" indent="0">
              <a:spcAft>
                <a:spcPts val="2400"/>
              </a:spcAft>
              <a:buNone/>
            </a:pPr>
            <a:r>
              <a:rPr lang="en-US" sz="1800" dirty="0"/>
              <a:t>To access additional layout options, on the Home tab, click the down arrow next to New Slide on the menu bar.</a:t>
            </a:r>
          </a:p>
          <a:p>
            <a:pPr marL="0" indent="0">
              <a:spcAft>
                <a:spcPts val="2400"/>
              </a:spcAft>
              <a:buNone/>
            </a:pPr>
            <a:r>
              <a:rPr lang="en-US" sz="1800" dirty="0"/>
              <a:t>To obtain the appropriate marking and handling instructions for your information, visit the Marking and Handling Wizard at </a:t>
            </a:r>
            <a:r>
              <a:rPr lang="en-US" sz="1800" dirty="0">
                <a:hlinkClick r:id="rId2"/>
              </a:rPr>
              <a:t>https://mh.jpl.nasa.gov</a:t>
            </a:r>
            <a:r>
              <a:rPr lang="en-US" sz="1800" dirty="0"/>
              <a:t> and answer a few questions about the information's content. The Wizard complies with JPL’s Prime Contract requirements, and by implementing the marking and handling instructions provided by the Wizard, the document will be in compliance with JPL’s Marking and Handling requirements.</a:t>
            </a:r>
          </a:p>
          <a:p>
            <a:pPr marL="0" indent="0">
              <a:spcAft>
                <a:spcPts val="2400"/>
              </a:spcAft>
              <a:buNone/>
            </a:pPr>
            <a:r>
              <a:rPr lang="en-US" sz="1800" dirty="0"/>
              <a:t>When you find your correct marking, copy it to your clipboard; then on the Insert tab, click Header &amp; Footer, and paste it in the Footer box.</a:t>
            </a:r>
          </a:p>
        </p:txBody>
      </p:sp>
    </p:spTree>
    <p:extLst>
      <p:ext uri="{BB962C8B-B14F-4D97-AF65-F5344CB8AC3E}">
        <p14:creationId xmlns:p14="http://schemas.microsoft.com/office/powerpoint/2010/main" val="2899120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EDC76D-3E31-417C-980A-EE629F2F26A1}" type="datetime1">
              <a:rPr lang="en-US" smtClean="0"/>
              <a:t>9/1/25</a:t>
            </a:fld>
            <a:endParaRPr lang="en-US" dirty="0"/>
          </a:p>
        </p:txBody>
      </p:sp>
      <p:sp>
        <p:nvSpPr>
          <p:cNvPr id="3" name="Footer Placeholder 2"/>
          <p:cNvSpPr>
            <a:spLocks noGrp="1"/>
          </p:cNvSpPr>
          <p:nvPr>
            <p:ph type="ftr" sz="quarter" idx="11"/>
          </p:nvPr>
        </p:nvSpPr>
        <p:spPr/>
        <p:txBody>
          <a:bodyPr/>
          <a:lstStyle/>
          <a:p>
            <a:r>
              <a:rPr lang="en-US"/>
              <a:t>For required markings, please visit https://mh.jpl.nasa.gov</a:t>
            </a:r>
            <a:endParaRPr lang="en-US" dirty="0"/>
          </a:p>
        </p:txBody>
      </p:sp>
      <p:sp>
        <p:nvSpPr>
          <p:cNvPr id="4" name="Slide Number Placeholder 3"/>
          <p:cNvSpPr>
            <a:spLocks noGrp="1"/>
          </p:cNvSpPr>
          <p:nvPr>
            <p:ph type="sldNum" sz="quarter" idx="12"/>
          </p:nvPr>
        </p:nvSpPr>
        <p:spPr/>
        <p:txBody>
          <a:bodyPr/>
          <a:lstStyle/>
          <a:p>
            <a:fld id="{0E0E1749-0B7E-403A-A9A7-95F2ED1F2891}" type="slidenum">
              <a:rPr lang="en-US" smtClean="0"/>
              <a:pPr/>
              <a:t>4</a:t>
            </a:fld>
            <a:endParaRPr lang="en-US" dirty="0"/>
          </a:p>
        </p:txBody>
      </p:sp>
    </p:spTree>
    <p:extLst>
      <p:ext uri="{BB962C8B-B14F-4D97-AF65-F5344CB8AC3E}">
        <p14:creationId xmlns:p14="http://schemas.microsoft.com/office/powerpoint/2010/main" val="3455928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AF89A-99C6-B6C2-8AE3-E4A99B838B1E}"/>
              </a:ext>
            </a:extLst>
          </p:cNvPr>
          <p:cNvSpPr>
            <a:spLocks noGrp="1"/>
          </p:cNvSpPr>
          <p:nvPr>
            <p:ph type="title"/>
          </p:nvPr>
        </p:nvSpPr>
        <p:spPr>
          <a:xfrm>
            <a:off x="0" y="226847"/>
            <a:ext cx="4290915" cy="425924"/>
          </a:xfrm>
        </p:spPr>
        <p:txBody>
          <a:bodyPr>
            <a:normAutofit fontScale="90000"/>
          </a:bodyPr>
          <a:lstStyle/>
          <a:p>
            <a:r>
              <a:rPr lang="en-US" sz="3000" dirty="0"/>
              <a:t>Science Model Dashboard</a:t>
            </a:r>
            <a:br>
              <a:rPr lang="en-US" sz="2400" dirty="0"/>
            </a:br>
            <a:r>
              <a:rPr lang="en-US" sz="1650" dirty="0"/>
              <a:t>Comprehensive Research Impact Assessment Across Earth Science Models</a:t>
            </a:r>
            <a:endParaRPr lang="en-US" sz="1200" dirty="0"/>
          </a:p>
        </p:txBody>
      </p:sp>
      <p:sp>
        <p:nvSpPr>
          <p:cNvPr id="3" name="Content Placeholder 2">
            <a:extLst>
              <a:ext uri="{FF2B5EF4-FFF2-40B4-BE49-F238E27FC236}">
                <a16:creationId xmlns:a16="http://schemas.microsoft.com/office/drawing/2014/main" id="{B9B644FA-84D6-CCB5-93EC-B7C4BA5DD2FF}"/>
              </a:ext>
            </a:extLst>
          </p:cNvPr>
          <p:cNvSpPr>
            <a:spLocks noGrp="1"/>
          </p:cNvSpPr>
          <p:nvPr>
            <p:ph idx="1"/>
          </p:nvPr>
        </p:nvSpPr>
        <p:spPr>
          <a:xfrm>
            <a:off x="4128795" y="13692"/>
            <a:ext cx="5015205" cy="3046031"/>
          </a:xfrm>
        </p:spPr>
        <p:txBody>
          <a:bodyPr>
            <a:normAutofit fontScale="85000" lnSpcReduction="10000"/>
          </a:bodyPr>
          <a:lstStyle/>
          <a:p>
            <a:r>
              <a:rPr lang="en-US" dirty="0"/>
              <a:t>Project Goal</a:t>
            </a:r>
          </a:p>
          <a:p>
            <a:pPr lvl="1"/>
            <a:r>
              <a:rPr lang="en-US" dirty="0"/>
              <a:t>Analyze and visualize the real-world impact of JPL Earth science models across research domains and geographic regions.</a:t>
            </a:r>
          </a:p>
          <a:p>
            <a:r>
              <a:rPr lang="en-US" dirty="0"/>
              <a:t>Key Capabilities</a:t>
            </a:r>
          </a:p>
          <a:p>
            <a:pPr lvl="1"/>
            <a:r>
              <a:rPr lang="en-US" dirty="0"/>
              <a:t>Fully automated/customized analysis using local large language model (llama3.3:70b)</a:t>
            </a:r>
          </a:p>
          <a:p>
            <a:pPr lvl="1"/>
            <a:r>
              <a:rPr lang="en-US" dirty="0"/>
              <a:t>Automated engagement level categorization (i.e., citation, data usage, adaptation, foundational usage)</a:t>
            </a:r>
          </a:p>
          <a:p>
            <a:pPr lvl="1"/>
            <a:r>
              <a:rPr lang="en-US" dirty="0"/>
              <a:t>Research domain classification across disciplines</a:t>
            </a:r>
          </a:p>
          <a:p>
            <a:pPr lvl="1"/>
            <a:r>
              <a:rPr lang="en-US" dirty="0"/>
              <a:t>Global geographic impact analysis</a:t>
            </a:r>
          </a:p>
          <a:p>
            <a:pPr lvl="1"/>
            <a:r>
              <a:rPr lang="en-US" dirty="0"/>
              <a:t>Interactive dashboard for trend exploration</a:t>
            </a:r>
          </a:p>
        </p:txBody>
      </p:sp>
      <p:pic>
        <p:nvPicPr>
          <p:cNvPr id="5" name="Picture 4">
            <a:extLst>
              <a:ext uri="{FF2B5EF4-FFF2-40B4-BE49-F238E27FC236}">
                <a16:creationId xmlns:a16="http://schemas.microsoft.com/office/drawing/2014/main" id="{7EC8B554-56C2-4870-1263-6D455334FABD}"/>
              </a:ext>
            </a:extLst>
          </p:cNvPr>
          <p:cNvPicPr>
            <a:picLocks noChangeAspect="1"/>
          </p:cNvPicPr>
          <p:nvPr/>
        </p:nvPicPr>
        <p:blipFill>
          <a:blip r:embed="rId2"/>
          <a:stretch>
            <a:fillRect/>
          </a:stretch>
        </p:blipFill>
        <p:spPr>
          <a:xfrm>
            <a:off x="-1660" y="923190"/>
            <a:ext cx="4158761" cy="4158761"/>
          </a:xfrm>
          <a:prstGeom prst="rect">
            <a:avLst/>
          </a:prstGeom>
        </p:spPr>
      </p:pic>
      <p:sp>
        <p:nvSpPr>
          <p:cNvPr id="7" name="TextBox 6">
            <a:extLst>
              <a:ext uri="{FF2B5EF4-FFF2-40B4-BE49-F238E27FC236}">
                <a16:creationId xmlns:a16="http://schemas.microsoft.com/office/drawing/2014/main" id="{09685C88-D6A1-2D1D-3B95-532E89A4C853}"/>
              </a:ext>
            </a:extLst>
          </p:cNvPr>
          <p:cNvSpPr txBox="1"/>
          <p:nvPr/>
        </p:nvSpPr>
        <p:spPr>
          <a:xfrm>
            <a:off x="4919565" y="4869656"/>
            <a:ext cx="4576665" cy="300082"/>
          </a:xfrm>
          <a:prstGeom prst="rect">
            <a:avLst/>
          </a:prstGeom>
          <a:noFill/>
        </p:spPr>
        <p:txBody>
          <a:bodyPr wrap="square">
            <a:spAutoFit/>
          </a:bodyPr>
          <a:lstStyle/>
          <a:p>
            <a:pPr defTabSz="685800"/>
            <a:r>
              <a:rPr lang="en-US" sz="1350" dirty="0">
                <a:solidFill>
                  <a:prstClr val="black"/>
                </a:solidFill>
                <a:latin typeface="Aptos" panose="02110004020202020204"/>
              </a:rPr>
              <a:t>https://yunks128.github.io/science-model-dashboard/</a:t>
            </a:r>
          </a:p>
        </p:txBody>
      </p:sp>
      <p:pic>
        <p:nvPicPr>
          <p:cNvPr id="6" name="Picture 5">
            <a:extLst>
              <a:ext uri="{FF2B5EF4-FFF2-40B4-BE49-F238E27FC236}">
                <a16:creationId xmlns:a16="http://schemas.microsoft.com/office/drawing/2014/main" id="{7D437912-1EAD-5C66-8983-C121058FA187}"/>
              </a:ext>
            </a:extLst>
          </p:cNvPr>
          <p:cNvPicPr>
            <a:picLocks noChangeAspect="1"/>
          </p:cNvPicPr>
          <p:nvPr/>
        </p:nvPicPr>
        <p:blipFill>
          <a:blip r:embed="rId3"/>
          <a:stretch>
            <a:fillRect/>
          </a:stretch>
        </p:blipFill>
        <p:spPr>
          <a:xfrm>
            <a:off x="4290915" y="3059723"/>
            <a:ext cx="1985951" cy="1811484"/>
          </a:xfrm>
          <a:prstGeom prst="rect">
            <a:avLst/>
          </a:prstGeom>
        </p:spPr>
      </p:pic>
      <p:pic>
        <p:nvPicPr>
          <p:cNvPr id="8" name="Picture 7">
            <a:extLst>
              <a:ext uri="{FF2B5EF4-FFF2-40B4-BE49-F238E27FC236}">
                <a16:creationId xmlns:a16="http://schemas.microsoft.com/office/drawing/2014/main" id="{6D88F67C-3DDC-DC61-6085-0DF48F8EF907}"/>
              </a:ext>
            </a:extLst>
          </p:cNvPr>
          <p:cNvPicPr>
            <a:picLocks noChangeAspect="1"/>
          </p:cNvPicPr>
          <p:nvPr/>
        </p:nvPicPr>
        <p:blipFill>
          <a:blip r:embed="rId4"/>
          <a:stretch>
            <a:fillRect/>
          </a:stretch>
        </p:blipFill>
        <p:spPr>
          <a:xfrm>
            <a:off x="6438986" y="3059722"/>
            <a:ext cx="2291776" cy="1823198"/>
          </a:xfrm>
          <a:prstGeom prst="rect">
            <a:avLst/>
          </a:prstGeom>
        </p:spPr>
      </p:pic>
    </p:spTree>
    <p:extLst>
      <p:ext uri="{BB962C8B-B14F-4D97-AF65-F5344CB8AC3E}">
        <p14:creationId xmlns:p14="http://schemas.microsoft.com/office/powerpoint/2010/main" val="238067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AF89A-99C6-B6C2-8AE3-E4A99B838B1E}"/>
              </a:ext>
            </a:extLst>
          </p:cNvPr>
          <p:cNvSpPr>
            <a:spLocks noGrp="1"/>
          </p:cNvSpPr>
          <p:nvPr>
            <p:ph type="title"/>
          </p:nvPr>
        </p:nvSpPr>
        <p:spPr>
          <a:xfrm>
            <a:off x="0" y="13692"/>
            <a:ext cx="4290915" cy="994172"/>
          </a:xfrm>
        </p:spPr>
        <p:txBody>
          <a:bodyPr>
            <a:normAutofit fontScale="90000"/>
          </a:bodyPr>
          <a:lstStyle/>
          <a:p>
            <a:r>
              <a:rPr lang="en-US" dirty="0"/>
              <a:t>Science Model Dashboard</a:t>
            </a:r>
          </a:p>
        </p:txBody>
      </p:sp>
      <p:sp>
        <p:nvSpPr>
          <p:cNvPr id="3" name="Content Placeholder 2">
            <a:extLst>
              <a:ext uri="{FF2B5EF4-FFF2-40B4-BE49-F238E27FC236}">
                <a16:creationId xmlns:a16="http://schemas.microsoft.com/office/drawing/2014/main" id="{B9B644FA-84D6-CCB5-93EC-B7C4BA5DD2FF}"/>
              </a:ext>
            </a:extLst>
          </p:cNvPr>
          <p:cNvSpPr>
            <a:spLocks noGrp="1"/>
          </p:cNvSpPr>
          <p:nvPr>
            <p:ph idx="1"/>
          </p:nvPr>
        </p:nvSpPr>
        <p:spPr>
          <a:xfrm>
            <a:off x="4128795" y="286132"/>
            <a:ext cx="5015205" cy="4619031"/>
          </a:xfrm>
        </p:spPr>
        <p:txBody>
          <a:bodyPr>
            <a:normAutofit fontScale="92500" lnSpcReduction="20000"/>
          </a:bodyPr>
          <a:lstStyle/>
          <a:p>
            <a:r>
              <a:rPr lang="en-US" dirty="0"/>
              <a:t>Features</a:t>
            </a:r>
          </a:p>
          <a:p>
            <a:pPr lvl="1"/>
            <a:r>
              <a:rPr lang="en-US" dirty="0"/>
              <a:t>LLM-powered analysis via </a:t>
            </a:r>
            <a:r>
              <a:rPr lang="en-US" dirty="0" err="1"/>
              <a:t>Ollama</a:t>
            </a:r>
            <a:r>
              <a:rPr lang="en-US" dirty="0"/>
              <a:t> integration for automated categorization of research papers</a:t>
            </a:r>
          </a:p>
          <a:p>
            <a:pPr lvl="1"/>
            <a:r>
              <a:rPr lang="en-US" dirty="0"/>
              <a:t>Flexible JSON input handling with automatic field detection across various data formats </a:t>
            </a:r>
          </a:p>
          <a:p>
            <a:pPr lvl="1"/>
            <a:r>
              <a:rPr lang="en-US" dirty="0"/>
              <a:t>React-based interactive dashboard</a:t>
            </a:r>
          </a:p>
          <a:p>
            <a:r>
              <a:rPr lang="en-US" dirty="0"/>
              <a:t>Analysis Workflow</a:t>
            </a:r>
          </a:p>
          <a:p>
            <a:pPr lvl="1"/>
            <a:r>
              <a:rPr lang="en-US" dirty="0"/>
              <a:t>Data Input: JSON files with papers, titles, abstracts, and metadata</a:t>
            </a:r>
          </a:p>
          <a:p>
            <a:pPr lvl="1"/>
            <a:r>
              <a:rPr lang="en-US" dirty="0"/>
              <a:t>LLM Analysis: Categorize engagement levels, domains, and regions</a:t>
            </a:r>
          </a:p>
          <a:p>
            <a:pPr lvl="1"/>
            <a:r>
              <a:rPr lang="en-US" dirty="0"/>
              <a:t>Data Processing: Extract metrics, trends, and geographic patterns</a:t>
            </a:r>
          </a:p>
          <a:p>
            <a:pPr lvl="1"/>
            <a:r>
              <a:rPr lang="en-US" dirty="0"/>
              <a:t>Visualization: Interactive charts and dashboard components</a:t>
            </a:r>
          </a:p>
          <a:p>
            <a:r>
              <a:rPr lang="en-US" dirty="0"/>
              <a:t>Supported Science Models</a:t>
            </a:r>
          </a:p>
          <a:p>
            <a:pPr lvl="1"/>
            <a:r>
              <a:rPr lang="en-US" dirty="0"/>
              <a:t>RAPID, CARDAMOM, CMS-Flux, ECCO, ISSM, MOMO-CHEM</a:t>
            </a:r>
          </a:p>
        </p:txBody>
      </p:sp>
      <p:pic>
        <p:nvPicPr>
          <p:cNvPr id="5" name="Picture 4">
            <a:extLst>
              <a:ext uri="{FF2B5EF4-FFF2-40B4-BE49-F238E27FC236}">
                <a16:creationId xmlns:a16="http://schemas.microsoft.com/office/drawing/2014/main" id="{7EC8B554-56C2-4870-1263-6D455334FABD}"/>
              </a:ext>
            </a:extLst>
          </p:cNvPr>
          <p:cNvPicPr>
            <a:picLocks noChangeAspect="1"/>
          </p:cNvPicPr>
          <p:nvPr/>
        </p:nvPicPr>
        <p:blipFill>
          <a:blip r:embed="rId2"/>
          <a:stretch>
            <a:fillRect/>
          </a:stretch>
        </p:blipFill>
        <p:spPr>
          <a:xfrm>
            <a:off x="0" y="1139502"/>
            <a:ext cx="4003999" cy="4003999"/>
          </a:xfrm>
          <a:prstGeom prst="rect">
            <a:avLst/>
          </a:prstGeom>
        </p:spPr>
      </p:pic>
      <p:sp>
        <p:nvSpPr>
          <p:cNvPr id="7" name="TextBox 6">
            <a:extLst>
              <a:ext uri="{FF2B5EF4-FFF2-40B4-BE49-F238E27FC236}">
                <a16:creationId xmlns:a16="http://schemas.microsoft.com/office/drawing/2014/main" id="{09685C88-D6A1-2D1D-3B95-532E89A4C853}"/>
              </a:ext>
            </a:extLst>
          </p:cNvPr>
          <p:cNvSpPr txBox="1"/>
          <p:nvPr/>
        </p:nvSpPr>
        <p:spPr>
          <a:xfrm>
            <a:off x="4919565" y="4869656"/>
            <a:ext cx="4576665" cy="300082"/>
          </a:xfrm>
          <a:prstGeom prst="rect">
            <a:avLst/>
          </a:prstGeom>
          <a:noFill/>
        </p:spPr>
        <p:txBody>
          <a:bodyPr wrap="square">
            <a:spAutoFit/>
          </a:bodyPr>
          <a:lstStyle/>
          <a:p>
            <a:pPr defTabSz="685800"/>
            <a:r>
              <a:rPr lang="en-US" sz="1350" dirty="0">
                <a:solidFill>
                  <a:prstClr val="black"/>
                </a:solidFill>
                <a:latin typeface="Aptos" panose="02110004020202020204"/>
              </a:rPr>
              <a:t>https://yunks128.github.io/science-model-dashboard/</a:t>
            </a:r>
          </a:p>
        </p:txBody>
      </p:sp>
    </p:spTree>
    <p:extLst>
      <p:ext uri="{BB962C8B-B14F-4D97-AF65-F5344CB8AC3E}">
        <p14:creationId xmlns:p14="http://schemas.microsoft.com/office/powerpoint/2010/main" val="4142384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3271A-394B-8F70-34A3-7AF01471A746}"/>
              </a:ext>
            </a:extLst>
          </p:cNvPr>
          <p:cNvSpPr>
            <a:spLocks noGrp="1"/>
          </p:cNvSpPr>
          <p:nvPr>
            <p:ph type="title"/>
          </p:nvPr>
        </p:nvSpPr>
        <p:spPr/>
        <p:txBody>
          <a:bodyPr/>
          <a:lstStyle/>
          <a:p>
            <a:r>
              <a:rPr lang="en-US" dirty="0"/>
              <a:t>LLM-Powered Citation Analysis</a:t>
            </a:r>
          </a:p>
        </p:txBody>
      </p:sp>
      <p:sp>
        <p:nvSpPr>
          <p:cNvPr id="3" name="Content Placeholder 2">
            <a:extLst>
              <a:ext uri="{FF2B5EF4-FFF2-40B4-BE49-F238E27FC236}">
                <a16:creationId xmlns:a16="http://schemas.microsoft.com/office/drawing/2014/main" id="{533F5204-7CB7-4EA0-2C7F-2ADB35003FDF}"/>
              </a:ext>
            </a:extLst>
          </p:cNvPr>
          <p:cNvSpPr>
            <a:spLocks noGrp="1"/>
          </p:cNvSpPr>
          <p:nvPr>
            <p:ph idx="1"/>
          </p:nvPr>
        </p:nvSpPr>
        <p:spPr/>
        <p:txBody>
          <a:bodyPr/>
          <a:lstStyle/>
          <a:p>
            <a:r>
              <a:rPr lang="en-US" dirty="0"/>
              <a:t>All using the same LLM model (llama3.3:70b) for consistency </a:t>
            </a:r>
          </a:p>
          <a:p>
            <a:r>
              <a:rPr lang="en-US" b="1" dirty="0"/>
              <a:t>3,497 total papers analyzed</a:t>
            </a:r>
            <a:r>
              <a:rPr lang="en-US" dirty="0"/>
              <a:t> across all datasets </a:t>
            </a:r>
          </a:p>
          <a:p>
            <a:r>
              <a:rPr lang="en-US" b="1" dirty="0"/>
              <a:t>~1 minute per paper</a:t>
            </a:r>
            <a:r>
              <a:rPr lang="en-US" dirty="0"/>
              <a:t> processing time </a:t>
            </a:r>
          </a:p>
        </p:txBody>
      </p:sp>
      <p:pic>
        <p:nvPicPr>
          <p:cNvPr id="5" name="Picture 4">
            <a:extLst>
              <a:ext uri="{FF2B5EF4-FFF2-40B4-BE49-F238E27FC236}">
                <a16:creationId xmlns:a16="http://schemas.microsoft.com/office/drawing/2014/main" id="{9143583F-68F0-CE8C-BF70-087D8AC1D161}"/>
              </a:ext>
            </a:extLst>
          </p:cNvPr>
          <p:cNvPicPr>
            <a:picLocks noChangeAspect="1"/>
          </p:cNvPicPr>
          <p:nvPr/>
        </p:nvPicPr>
        <p:blipFill>
          <a:blip r:embed="rId2"/>
          <a:stretch>
            <a:fillRect/>
          </a:stretch>
        </p:blipFill>
        <p:spPr>
          <a:xfrm>
            <a:off x="1102963" y="2799491"/>
            <a:ext cx="3469037" cy="1833231"/>
          </a:xfrm>
          <a:prstGeom prst="rect">
            <a:avLst/>
          </a:prstGeom>
        </p:spPr>
      </p:pic>
      <p:pic>
        <p:nvPicPr>
          <p:cNvPr id="7" name="Picture 6">
            <a:extLst>
              <a:ext uri="{FF2B5EF4-FFF2-40B4-BE49-F238E27FC236}">
                <a16:creationId xmlns:a16="http://schemas.microsoft.com/office/drawing/2014/main" id="{D9D5A54F-7DF9-F489-B6CF-84BFFC943BB6}"/>
              </a:ext>
            </a:extLst>
          </p:cNvPr>
          <p:cNvPicPr>
            <a:picLocks noChangeAspect="1"/>
          </p:cNvPicPr>
          <p:nvPr/>
        </p:nvPicPr>
        <p:blipFill>
          <a:blip r:embed="rId3"/>
          <a:stretch>
            <a:fillRect/>
          </a:stretch>
        </p:blipFill>
        <p:spPr>
          <a:xfrm>
            <a:off x="5508820" y="2200264"/>
            <a:ext cx="3262462" cy="2708903"/>
          </a:xfrm>
          <a:prstGeom prst="rect">
            <a:avLst/>
          </a:prstGeom>
        </p:spPr>
      </p:pic>
    </p:spTree>
    <p:extLst>
      <p:ext uri="{BB962C8B-B14F-4D97-AF65-F5344CB8AC3E}">
        <p14:creationId xmlns:p14="http://schemas.microsoft.com/office/powerpoint/2010/main" val="16821313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11.0&quot;&gt;&lt;object type=&quot;1&quot; unique_id=&quot;10001&quot;&gt;&lt;object type=&quot;2&quot; unique_id=&quot;10522&quot;&gt;&lt;object type=&quot;3&quot; unique_id=&quot;10523&quot;&gt;&lt;property id=&quot;20148&quot; value=&quot;5&quot;/&gt;&lt;property id=&quot;20300&quot; value=&quot;Slide 1&quot;/&gt;&lt;property id=&quot;20307&quot; value=&quot;277&quot;/&gt;&lt;/object&gt;&lt;object type=&quot;3&quot; unique_id=&quot;10524&quot;&gt;&lt;property id=&quot;20148&quot; value=&quot;5&quot;/&gt;&lt;property id=&quot;20300&quot; value=&quot;Slide 2&quot;/&gt;&lt;property id=&quot;20307&quot; value=&quot;281&quot;/&gt;&lt;/object&gt;&lt;object type=&quot;3&quot; unique_id=&quot;10525&quot;&gt;&lt;property id=&quot;20148&quot; value=&quot;5&quot;/&gt;&lt;property id=&quot;20300&quot; value=&quot;Slide 3&quot;/&gt;&lt;property id=&quot;20307&quot; value=&quot;280&quot;/&gt;&lt;/object&gt;&lt;object type=&quot;3&quot; unique_id=&quot;10526&quot;&gt;&lt;property id=&quot;20148&quot; value=&quot;5&quot;/&gt;&lt;property id=&quot;20300&quot; value=&quot;Slide 4&quot;/&gt;&lt;property id=&quot;20307&quot; value=&quot;278&quot;/&gt;&lt;/object&gt;&lt;/object&gt;&lt;object type=&quot;8&quot; unique_id=&quot;10532&quot;&gt;&lt;/object&gt;&lt;/object&gt;&lt;/database&gt;"/>
  <p:tag name="MMPROD_NEXTUNIQUEID" val="10010"/>
  <p:tag name="SECTOMILLISECCONVERTED" val="1"/>
</p:tagLst>
</file>

<file path=ppt/theme/theme1.xml><?xml version="1.0" encoding="utf-8"?>
<a:theme xmlns:a="http://schemas.openxmlformats.org/drawingml/2006/main" name="NASAjpl-WhiteTheme-16x9-vA6">
  <a:themeElements>
    <a:clrScheme name="NASA-JPL - Jan 2017">
      <a:dk1>
        <a:sysClr val="windowText" lastClr="000000"/>
      </a:dk1>
      <a:lt1>
        <a:sysClr val="window" lastClr="FFFFFF"/>
      </a:lt1>
      <a:dk2>
        <a:srgbClr val="5D5D60"/>
      </a:dk2>
      <a:lt2>
        <a:srgbClr val="E4E9EF"/>
      </a:lt2>
      <a:accent1>
        <a:srgbClr val="6083AA"/>
      </a:accent1>
      <a:accent2>
        <a:srgbClr val="94A8C2"/>
      </a:accent2>
      <a:accent3>
        <a:srgbClr val="0B3D91"/>
      </a:accent3>
      <a:accent4>
        <a:srgbClr val="E31937"/>
      </a:accent4>
      <a:accent5>
        <a:srgbClr val="F2A900"/>
      </a:accent5>
      <a:accent6>
        <a:srgbClr val="A4B34C"/>
      </a:accent6>
      <a:hlink>
        <a:srgbClr val="0E7EE0"/>
      </a:hlink>
      <a:folHlink>
        <a:srgbClr val="0E7E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65000"/>
            </a:schemeClr>
          </a:solidFill>
          <a:tailEnd type="arrow"/>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NASAjpl-BlackTheme-16x9-vA6">
  <a:themeElements>
    <a:clrScheme name="NASA-JPL - Jan 2017">
      <a:dk1>
        <a:sysClr val="windowText" lastClr="000000"/>
      </a:dk1>
      <a:lt1>
        <a:sysClr val="window" lastClr="FFFFFF"/>
      </a:lt1>
      <a:dk2>
        <a:srgbClr val="5D5D60"/>
      </a:dk2>
      <a:lt2>
        <a:srgbClr val="E4E9EF"/>
      </a:lt2>
      <a:accent1>
        <a:srgbClr val="6083AA"/>
      </a:accent1>
      <a:accent2>
        <a:srgbClr val="94A8C2"/>
      </a:accent2>
      <a:accent3>
        <a:srgbClr val="0B3D91"/>
      </a:accent3>
      <a:accent4>
        <a:srgbClr val="E31937"/>
      </a:accent4>
      <a:accent5>
        <a:srgbClr val="F2A900"/>
      </a:accent5>
      <a:accent6>
        <a:srgbClr val="A4B34C"/>
      </a:accent6>
      <a:hlink>
        <a:srgbClr val="0E7EE0"/>
      </a:hlink>
      <a:folHlink>
        <a:srgbClr val="0E7E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lumMod val="50000"/>
          </a:schemeClr>
        </a:solidFill>
        <a:ln>
          <a:noFill/>
        </a:ln>
        <a:effectLst/>
      </a:spPr>
      <a:bodyPr rtlCol="0" anchor="ctr">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tx2"/>
          </a:solidFill>
          <a:headEnd type="arrow"/>
          <a:tailEnd type="arrow"/>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err="1" smtClean="0">
            <a:solidFill>
              <a:schemeClr val="bg1"/>
            </a:soli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13125</TotalTime>
  <Words>417</Words>
  <Application>Microsoft Macintosh PowerPoint</Application>
  <PresentationFormat>On-screen Show (16:9)</PresentationFormat>
  <Paragraphs>42</Paragraphs>
  <Slides>7</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7</vt:i4>
      </vt:variant>
    </vt:vector>
  </HeadingPairs>
  <TitlesOfParts>
    <vt:vector size="13" baseType="lpstr">
      <vt:lpstr>Aptos</vt:lpstr>
      <vt:lpstr>Aptos Display</vt:lpstr>
      <vt:lpstr>Arial</vt:lpstr>
      <vt:lpstr>NASAjpl-WhiteTheme-16x9-vA6</vt:lpstr>
      <vt:lpstr>NASAjpl-BlackTheme-16x9-vA6</vt:lpstr>
      <vt:lpstr>Office Theme</vt:lpstr>
      <vt:lpstr>PowerPoint Presentation</vt:lpstr>
      <vt:lpstr>PowerPoint Presentation</vt:lpstr>
      <vt:lpstr>PowerPoint Presentation</vt:lpstr>
      <vt:lpstr>PowerPoint Presentation</vt:lpstr>
      <vt:lpstr>Science Model Dashboard Comprehensive Research Impact Assessment Across Earth Science Models</vt:lpstr>
      <vt:lpstr>Science Model Dashboard</vt:lpstr>
      <vt:lpstr>LLM-Powered Citation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Carolyn M Stolze</dc:creator>
  <cp:lastModifiedBy>Kyongsik Yun</cp:lastModifiedBy>
  <cp:revision>126</cp:revision>
  <dcterms:created xsi:type="dcterms:W3CDTF">2016-09-08T21:41:17Z</dcterms:created>
  <dcterms:modified xsi:type="dcterms:W3CDTF">2025-09-01T23:27:43Z</dcterms:modified>
</cp:coreProperties>
</file>